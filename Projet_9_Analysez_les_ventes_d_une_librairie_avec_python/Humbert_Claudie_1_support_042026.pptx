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15"/>
  </p:notesMasterIdLst>
  <p:sldIdLst>
    <p:sldId id="256" r:id="rId2"/>
    <p:sldId id="257" r:id="rId3"/>
    <p:sldId id="263" r:id="rId4"/>
    <p:sldId id="264" r:id="rId5"/>
    <p:sldId id="265" r:id="rId6"/>
    <p:sldId id="266" r:id="rId7"/>
    <p:sldId id="259" r:id="rId8"/>
    <p:sldId id="267" r:id="rId9"/>
    <p:sldId id="268" r:id="rId10"/>
    <p:sldId id="261" r:id="rId11"/>
    <p:sldId id="269" r:id="rId12"/>
    <p:sldId id="270" r:id="rId13"/>
    <p:sldId id="262" r:id="rId14"/>
  </p:sldIdLst>
  <p:sldSz cx="12192000" cy="6858000"/>
  <p:notesSz cx="7104063" cy="102346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2" d="100"/>
          <a:sy n="102" d="100"/>
        </p:scale>
        <p:origin x="183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lang="fr-FR"/>
          </a:p>
        </p:txBody>
      </p:sp>
      <p:sp>
        <p:nvSpPr>
          <p:cNvPr id="3" name="Espace réservé de la date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DC82284F-B414-433C-8F27-9DBB4A2B8049}" type="datetimeFigureOut">
              <a:rPr lang="fr-FR" smtClean="0"/>
              <a:t>30/04/2026</a:t>
            </a:fld>
            <a:endParaRPr lang="fr-FR"/>
          </a:p>
        </p:txBody>
      </p:sp>
      <p:sp>
        <p:nvSpPr>
          <p:cNvPr id="4" name="Espace réservé de l'image des diapositives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0" anchor="ctr"/>
          <a:lstStyle/>
          <a:p>
            <a:endParaRPr lang="fr-FR"/>
          </a:p>
        </p:txBody>
      </p:sp>
      <p:sp>
        <p:nvSpPr>
          <p:cNvPr id="5" name="Espace réservé des notes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lang="fr-FR"/>
          </a:p>
        </p:txBody>
      </p:sp>
      <p:sp>
        <p:nvSpPr>
          <p:cNvPr id="7" name="Espace réservé du numéro de diapositive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093F9916-6714-48A5-A3C6-DDCC20CBD2EB}" type="slidenum">
              <a:rPr lang="fr-FR" smtClean="0"/>
              <a:t>‹N°›</a:t>
            </a:fld>
            <a:endParaRPr lang="fr-FR"/>
          </a:p>
        </p:txBody>
      </p:sp>
    </p:spTree>
    <p:extLst>
      <p:ext uri="{BB962C8B-B14F-4D97-AF65-F5344CB8AC3E}">
        <p14:creationId xmlns:p14="http://schemas.microsoft.com/office/powerpoint/2010/main" val="3119959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EB46B8FB-F6A2-5F47-A6CD-A7E17E69270F}"/>
              </a:ext>
            </a:extLst>
          </p:cNvPr>
          <p:cNvGrpSpPr/>
          <p:nvPr/>
        </p:nvGrpSpPr>
        <p:grpSpPr>
          <a:xfrm>
            <a:off x="6201388" y="0"/>
            <a:ext cx="5990612" cy="6858001"/>
            <a:chOff x="6201388" y="0"/>
            <a:chExt cx="5990612" cy="6858001"/>
          </a:xfrm>
        </p:grpSpPr>
        <p:sp>
          <p:nvSpPr>
            <p:cNvPr id="45" name="Oval 44">
              <a:extLst>
                <a:ext uri="{FF2B5EF4-FFF2-40B4-BE49-F238E27FC236}">
                  <a16:creationId xmlns:a16="http://schemas.microsoft.com/office/drawing/2014/main" id="{419BDE93-3EC2-4E4D-BC0B-417378F49EDA}"/>
                </a:ext>
              </a:extLst>
            </p:cNvPr>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a:extLst>
                <a:ext uri="{FF2B5EF4-FFF2-40B4-BE49-F238E27FC236}">
                  <a16:creationId xmlns:a16="http://schemas.microsoft.com/office/drawing/2014/main" id="{FE21F82F-1EE5-8240-97F8-387DF0253FCE}"/>
                </a:ext>
              </a:extLst>
            </p:cNvPr>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48">
              <a:extLst>
                <a:ext uri="{FF2B5EF4-FFF2-40B4-BE49-F238E27FC236}">
                  <a16:creationId xmlns:a16="http://schemas.microsoft.com/office/drawing/2014/main" id="{AE1903E3-6B5F-6B4C-9A1F-62628A050AEB}"/>
                </a:ext>
              </a:extLst>
            </p:cNvPr>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Oval 50">
              <a:extLst>
                <a:ext uri="{FF2B5EF4-FFF2-40B4-BE49-F238E27FC236}">
                  <a16:creationId xmlns:a16="http://schemas.microsoft.com/office/drawing/2014/main" id="{F7C55863-3B37-0743-B001-1A970033FBA8}"/>
                </a:ext>
              </a:extLst>
            </p:cNvPr>
            <p:cNvSpPr/>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932B4C24-3A58-924C-B79A-D961EF7C2C48}"/>
                </a:ext>
              </a:extLst>
            </p:cNvPr>
            <p:cNvSpPr/>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21EF52E0-D2CF-544F-93A6-4D7B45A0483A}"/>
                </a:ext>
              </a:extLst>
            </p:cNvPr>
            <p:cNvSpPr/>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63">
              <a:extLst>
                <a:ext uri="{FF2B5EF4-FFF2-40B4-BE49-F238E27FC236}">
                  <a16:creationId xmlns:a16="http://schemas.microsoft.com/office/drawing/2014/main" id="{6966CFE5-1C8C-2E4F-9B2D-A8438F5A5322}"/>
                </a:ext>
              </a:extLst>
            </p:cNvPr>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5" name="Freeform 64">
              <a:extLst>
                <a:ext uri="{FF2B5EF4-FFF2-40B4-BE49-F238E27FC236}">
                  <a16:creationId xmlns:a16="http://schemas.microsoft.com/office/drawing/2014/main" id="{9FD29EF3-A5B2-554A-A307-6BE1BCE8AF03}"/>
                </a:ext>
              </a:extLst>
            </p:cNvPr>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a:extLst>
                <a:ext uri="{FF2B5EF4-FFF2-40B4-BE49-F238E27FC236}">
                  <a16:creationId xmlns:a16="http://schemas.microsoft.com/office/drawing/2014/main" id="{AC1ECAD8-0CF2-934D-AA1E-C108208CDE6F}"/>
                </a:ext>
              </a:extLst>
            </p:cNvPr>
            <p:cNvSpPr/>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DB14DED1-3A58-8C4D-902E-2A9F34043F61}"/>
                </a:ext>
              </a:extLst>
            </p:cNvPr>
            <p:cNvSpPr/>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65D65157-5719-0341-A807-A8956595FB4C}"/>
                </a:ext>
              </a:extLst>
            </p:cNvPr>
            <p:cNvSpPr/>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A7F23F74-B777-2A4C-8EF9-E798880D5942}"/>
                </a:ext>
              </a:extLst>
            </p:cNvPr>
            <p:cNvSpPr/>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a:extLst>
                <a:ext uri="{FF2B5EF4-FFF2-40B4-BE49-F238E27FC236}">
                  <a16:creationId xmlns:a16="http://schemas.microsoft.com/office/drawing/2014/main" id="{E3B9A050-0AE1-1D4B-A2AC-6EEF64B106D9}"/>
                </a:ext>
              </a:extLst>
            </p:cNvPr>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a:extLst>
                <a:ext uri="{FF2B5EF4-FFF2-40B4-BE49-F238E27FC236}">
                  <a16:creationId xmlns:a16="http://schemas.microsoft.com/office/drawing/2014/main" id="{C424FE38-F803-8D47-BF56-1B18EC2B1F03}"/>
                </a:ext>
              </a:extLst>
            </p:cNvPr>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a:extLst>
                <a:ext uri="{FF2B5EF4-FFF2-40B4-BE49-F238E27FC236}">
                  <a16:creationId xmlns:a16="http://schemas.microsoft.com/office/drawing/2014/main" id="{E37187F2-9212-0641-97D0-1ACD50B748A8}"/>
                </a:ext>
              </a:extLst>
            </p:cNvPr>
            <p:cNvSpPr/>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C760C651-2AC4-564E-BEAA-AB7FAFE7F79F}"/>
                </a:ext>
              </a:extLst>
            </p:cNvPr>
            <p:cNvSpPr/>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58B0A1B8-5BA3-3548-9511-B4904D05264B}"/>
                </a:ext>
              </a:extLst>
            </p:cNvPr>
            <p:cNvSpPr/>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a:extLst>
                <a:ext uri="{FF2B5EF4-FFF2-40B4-BE49-F238E27FC236}">
                  <a16:creationId xmlns:a16="http://schemas.microsoft.com/office/drawing/2014/main" id="{424CD779-EE9A-214D-9488-767327E373AA}"/>
                </a:ext>
              </a:extLst>
            </p:cNvPr>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a:extLst>
                <a:ext uri="{FF2B5EF4-FFF2-40B4-BE49-F238E27FC236}">
                  <a16:creationId xmlns:a16="http://schemas.microsoft.com/office/drawing/2014/main" id="{630D08C6-9EFB-8540-875F-2A55DED2AAE3}"/>
                </a:ext>
              </a:extLst>
            </p:cNvPr>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a:extLst>
                <a:ext uri="{FF2B5EF4-FFF2-40B4-BE49-F238E27FC236}">
                  <a16:creationId xmlns:a16="http://schemas.microsoft.com/office/drawing/2014/main" id="{D7E8DA86-1294-4641-9C52-6E153150641C}"/>
                </a:ext>
              </a:extLst>
            </p:cNvPr>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a:extLst>
                <a:ext uri="{FF2B5EF4-FFF2-40B4-BE49-F238E27FC236}">
                  <a16:creationId xmlns:a16="http://schemas.microsoft.com/office/drawing/2014/main" id="{011063C9-2A43-3348-A018-F27FACAA778D}"/>
                </a:ext>
              </a:extLst>
            </p:cNvPr>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a:extLst>
                <a:ext uri="{FF2B5EF4-FFF2-40B4-BE49-F238E27FC236}">
                  <a16:creationId xmlns:a16="http://schemas.microsoft.com/office/drawing/2014/main" id="{EE85C7DE-D965-244F-BD95-3A05FF4AAC61}"/>
                </a:ext>
              </a:extLst>
            </p:cNvPr>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a:extLst>
                <a:ext uri="{FF2B5EF4-FFF2-40B4-BE49-F238E27FC236}">
                  <a16:creationId xmlns:a16="http://schemas.microsoft.com/office/drawing/2014/main" id="{315A1389-149A-3342-A863-637D42FDB28D}"/>
                </a:ext>
              </a:extLst>
            </p:cNvPr>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a:extLst>
                <a:ext uri="{FF2B5EF4-FFF2-40B4-BE49-F238E27FC236}">
                  <a16:creationId xmlns:a16="http://schemas.microsoft.com/office/drawing/2014/main" id="{B149CC6F-B6C6-BE46-B451-1BF7D47A8936}"/>
                </a:ext>
              </a:extLst>
            </p:cNvPr>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CDAB39E9-6F50-3F4B-9DDB-FC0E0CA993A6}"/>
              </a:ext>
            </a:extLst>
          </p:cNvPr>
          <p:cNvSpPr>
            <a:spLocks noGrp="1"/>
          </p:cNvSpPr>
          <p:nvPr>
            <p:ph type="ctrTitle"/>
          </p:nvPr>
        </p:nvSpPr>
        <p:spPr>
          <a:xfrm>
            <a:off x="565150" y="768334"/>
            <a:ext cx="5066001" cy="2866405"/>
          </a:xfrm>
        </p:spPr>
        <p:txBody>
          <a:bodyPr anchor="t"/>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A6B2C33E-E9A6-304D-BBCB-97AD0B213CE0}"/>
              </a:ext>
            </a:extLst>
          </p:cNvPr>
          <p:cNvSpPr>
            <a:spLocks noGrp="1"/>
          </p:cNvSpPr>
          <p:nvPr>
            <p:ph type="subTitle" idx="1"/>
          </p:nvPr>
        </p:nvSpPr>
        <p:spPr>
          <a:xfrm>
            <a:off x="565150" y="4283239"/>
            <a:ext cx="5066001" cy="1475177"/>
          </a:xfrm>
        </p:spPr>
        <p:txBody>
          <a:bodyPr anchor="b"/>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29C75C4-E533-BE48-B528-D1A278BC39A3}"/>
              </a:ext>
            </a:extLst>
          </p:cNvPr>
          <p:cNvSpPr>
            <a:spLocks noGrp="1"/>
          </p:cNvSpPr>
          <p:nvPr>
            <p:ph type="dt" sz="half" idx="10"/>
          </p:nvPr>
        </p:nvSpPr>
        <p:spPr>
          <a:xfrm>
            <a:off x="566928" y="457200"/>
            <a:ext cx="3608205" cy="365125"/>
          </a:xfrm>
        </p:spPr>
        <p:txBody>
          <a:bodyPr/>
          <a:lstStyle>
            <a:lvl1pPr algn="l">
              <a:defRPr/>
            </a:lvl1pPr>
          </a:lstStyle>
          <a:p>
            <a:pPr algn="l"/>
            <a:fld id="{A639C192-ABCD-49E3-BA17-C3177DE60D4B}" type="datetime1">
              <a:rPr lang="en-US" smtClean="0"/>
              <a:t>4/30/2026</a:t>
            </a:fld>
            <a:endParaRPr lang="en-US" dirty="0"/>
          </a:p>
        </p:txBody>
      </p:sp>
      <p:sp>
        <p:nvSpPr>
          <p:cNvPr id="5" name="Footer Placeholder 4">
            <a:extLst>
              <a:ext uri="{FF2B5EF4-FFF2-40B4-BE49-F238E27FC236}">
                <a16:creationId xmlns:a16="http://schemas.microsoft.com/office/drawing/2014/main" id="{8F09BA8A-EF83-434D-A90E-0805D1104A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FCFDDE0-90B9-AD4E-B0EB-E7464FA9CDF2}"/>
              </a:ext>
            </a:extLst>
          </p:cNvPr>
          <p:cNvSpPr>
            <a:spLocks noGrp="1"/>
          </p:cNvSpPr>
          <p:nvPr>
            <p:ph type="sldNum" sz="quarter" idx="12"/>
          </p:nvPr>
        </p:nvSpPr>
        <p:spPr>
          <a:xfrm>
            <a:off x="4817335" y="6141085"/>
            <a:ext cx="813816" cy="365125"/>
          </a:xfrm>
        </p:spPr>
        <p:txBody>
          <a:bodyPr/>
          <a:lstStyle/>
          <a:p>
            <a:fld id="{49ABCAEC-7D34-E549-A96E-FCEDAADBE4B0}" type="slidenum">
              <a:rPr lang="en-US" smtClean="0"/>
              <a:t>‹N°›</a:t>
            </a:fld>
            <a:endParaRPr lang="en-US" dirty="0"/>
          </a:p>
        </p:txBody>
      </p:sp>
      <p:cxnSp>
        <p:nvCxnSpPr>
          <p:cNvPr id="7" name="Straight Connector 6">
            <a:extLst>
              <a:ext uri="{FF2B5EF4-FFF2-40B4-BE49-F238E27FC236}">
                <a16:creationId xmlns:a16="http://schemas.microsoft.com/office/drawing/2014/main" id="{D33A3282-0389-C547-8CA6-7F3E7F27B34D}"/>
              </a:ext>
            </a:extLst>
          </p:cNvPr>
          <p:cNvCxnSpPr>
            <a:cxnSpLocks/>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9818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F0CAFDA3-320A-C24D-A7A1-20C1267EC987}"/>
              </a:ext>
            </a:extLst>
          </p:cNvPr>
          <p:cNvGrpSpPr/>
          <p:nvPr/>
        </p:nvGrpSpPr>
        <p:grpSpPr>
          <a:xfrm>
            <a:off x="8928528" y="0"/>
            <a:ext cx="3263472" cy="6858000"/>
            <a:chOff x="8928528" y="0"/>
            <a:chExt cx="3263472" cy="6858000"/>
          </a:xfrm>
        </p:grpSpPr>
        <p:sp>
          <p:nvSpPr>
            <p:cNvPr id="23" name="Oval 22">
              <a:extLst>
                <a:ext uri="{FF2B5EF4-FFF2-40B4-BE49-F238E27FC236}">
                  <a16:creationId xmlns:a16="http://schemas.microsoft.com/office/drawing/2014/main" id="{D2411669-6E2C-2243-99CD-6BC9D724FA1F}"/>
                </a:ext>
              </a:extLst>
            </p:cNvPr>
            <p:cNvSpPr/>
            <p:nvPr/>
          </p:nvSpPr>
          <p:spPr>
            <a:xfrm>
              <a:off x="8928528"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a:extLst>
                <a:ext uri="{FF2B5EF4-FFF2-40B4-BE49-F238E27FC236}">
                  <a16:creationId xmlns:a16="http://schemas.microsoft.com/office/drawing/2014/main" id="{C4E0C522-0F40-ED44-A700-F1BCD1CF74F5}"/>
                </a:ext>
              </a:extLst>
            </p:cNvPr>
            <p:cNvSpPr/>
            <p:nvPr/>
          </p:nvSpPr>
          <p:spPr>
            <a:xfrm>
              <a:off x="8928528" y="0"/>
              <a:ext cx="1130724" cy="565573"/>
            </a:xfrm>
            <a:custGeom>
              <a:avLst/>
              <a:gdLst>
                <a:gd name="connsiteX0" fmla="*/ 22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2"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a:extLst>
                <a:ext uri="{FF2B5EF4-FFF2-40B4-BE49-F238E27FC236}">
                  <a16:creationId xmlns:a16="http://schemas.microsoft.com/office/drawing/2014/main" id="{B79B4380-CBEC-C341-A10E-5EF9A8597959}"/>
                </a:ext>
              </a:extLst>
            </p:cNvPr>
            <p:cNvSpPr/>
            <p:nvPr/>
          </p:nvSpPr>
          <p:spPr>
            <a:xfrm>
              <a:off x="10291391" y="6292417"/>
              <a:ext cx="1130724" cy="565583"/>
            </a:xfrm>
            <a:custGeom>
              <a:avLst/>
              <a:gdLst>
                <a:gd name="connsiteX0" fmla="*/ 565362 w 1130724"/>
                <a:gd name="connsiteY0" fmla="*/ 0 h 565583"/>
                <a:gd name="connsiteX1" fmla="*/ 1130724 w 1130724"/>
                <a:gd name="connsiteY1" fmla="*/ 565362 h 565583"/>
                <a:gd name="connsiteX2" fmla="*/ 1130702 w 1130724"/>
                <a:gd name="connsiteY2" fmla="*/ 565583 h 565583"/>
                <a:gd name="connsiteX3" fmla="*/ 22 w 1130724"/>
                <a:gd name="connsiteY3" fmla="*/ 565583 h 565583"/>
                <a:gd name="connsiteX4" fmla="*/ 0 w 1130724"/>
                <a:gd name="connsiteY4" fmla="*/ 565362 h 565583"/>
                <a:gd name="connsiteX5" fmla="*/ 565362 w 1130724"/>
                <a:gd name="connsiteY5" fmla="*/ 0 h 565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83">
                  <a:moveTo>
                    <a:pt x="565362" y="0"/>
                  </a:moveTo>
                  <a:cubicBezTo>
                    <a:pt x="877603" y="0"/>
                    <a:pt x="1130724" y="253121"/>
                    <a:pt x="1130724" y="565362"/>
                  </a:cubicBezTo>
                  <a:lnTo>
                    <a:pt x="1130702" y="565583"/>
                  </a:lnTo>
                  <a:lnTo>
                    <a:pt x="22" y="565583"/>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a:extLst>
                <a:ext uri="{FF2B5EF4-FFF2-40B4-BE49-F238E27FC236}">
                  <a16:creationId xmlns:a16="http://schemas.microsoft.com/office/drawing/2014/main" id="{F04AD70E-5490-4C4E-A05D-D67949C51A74}"/>
                </a:ext>
              </a:extLst>
            </p:cNvPr>
            <p:cNvSpPr/>
            <p:nvPr/>
          </p:nvSpPr>
          <p:spPr>
            <a:xfrm>
              <a:off x="10291392"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128A8883-9F24-0047-92B7-45B3D2E7D9C0}"/>
                </a:ext>
              </a:extLst>
            </p:cNvPr>
            <p:cNvSpPr/>
            <p:nvPr/>
          </p:nvSpPr>
          <p:spPr>
            <a:xfrm>
              <a:off x="10291392" y="2177876"/>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AAC3A3BB-FD2C-FB44-9478-FA87EF229D37}"/>
                </a:ext>
              </a:extLst>
            </p:cNvPr>
            <p:cNvSpPr/>
            <p:nvPr/>
          </p:nvSpPr>
          <p:spPr>
            <a:xfrm>
              <a:off x="10291392" y="806363"/>
              <a:ext cx="1130724" cy="11307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a:extLst>
                <a:ext uri="{FF2B5EF4-FFF2-40B4-BE49-F238E27FC236}">
                  <a16:creationId xmlns:a16="http://schemas.microsoft.com/office/drawing/2014/main" id="{BF46B3B1-E981-BB40-B916-51A6D3851969}"/>
                </a:ext>
              </a:extLst>
            </p:cNvPr>
            <p:cNvSpPr/>
            <p:nvPr/>
          </p:nvSpPr>
          <p:spPr>
            <a:xfrm>
              <a:off x="10291392"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29">
              <a:extLst>
                <a:ext uri="{FF2B5EF4-FFF2-40B4-BE49-F238E27FC236}">
                  <a16:creationId xmlns:a16="http://schemas.microsoft.com/office/drawing/2014/main" id="{EA7DAE92-7D6B-B042-83BE-047C8EC322A0}"/>
                </a:ext>
              </a:extLst>
            </p:cNvPr>
            <p:cNvSpPr/>
            <p:nvPr/>
          </p:nvSpPr>
          <p:spPr>
            <a:xfrm>
              <a:off x="11654256" y="6295201"/>
              <a:ext cx="537744" cy="562799"/>
            </a:xfrm>
            <a:custGeom>
              <a:avLst/>
              <a:gdLst>
                <a:gd name="connsiteX0" fmla="*/ 537744 w 537744"/>
                <a:gd name="connsiteY0" fmla="*/ 0 h 562799"/>
                <a:gd name="connsiteX1" fmla="*/ 537744 w 537744"/>
                <a:gd name="connsiteY1" fmla="*/ 562799 h 562799"/>
                <a:gd name="connsiteX2" fmla="*/ 22 w 537744"/>
                <a:gd name="connsiteY2" fmla="*/ 562799 h 562799"/>
                <a:gd name="connsiteX3" fmla="*/ 0 w 537744"/>
                <a:gd name="connsiteY3" fmla="*/ 562578 h 562799"/>
                <a:gd name="connsiteX4" fmla="*/ 451422 w 537744"/>
                <a:gd name="connsiteY4" fmla="*/ 8702 h 562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99">
                  <a:moveTo>
                    <a:pt x="537744" y="0"/>
                  </a:moveTo>
                  <a:lnTo>
                    <a:pt x="537744" y="562799"/>
                  </a:lnTo>
                  <a:lnTo>
                    <a:pt x="22" y="562799"/>
                  </a:lnTo>
                  <a:lnTo>
                    <a:pt x="0" y="562578"/>
                  </a:ln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30">
              <a:extLst>
                <a:ext uri="{FF2B5EF4-FFF2-40B4-BE49-F238E27FC236}">
                  <a16:creationId xmlns:a16="http://schemas.microsoft.com/office/drawing/2014/main" id="{06AADCE6-4277-EA49-AF23-63B53CA6772A}"/>
                </a:ext>
              </a:extLst>
            </p:cNvPr>
            <p:cNvSpPr/>
            <p:nvPr/>
          </p:nvSpPr>
          <p:spPr>
            <a:xfrm>
              <a:off x="11654256" y="4923687"/>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a:extLst>
                <a:ext uri="{FF2B5EF4-FFF2-40B4-BE49-F238E27FC236}">
                  <a16:creationId xmlns:a16="http://schemas.microsoft.com/office/drawing/2014/main" id="{58CEA343-047B-DF4E-A7A8-881C7740EA36}"/>
                </a:ext>
              </a:extLst>
            </p:cNvPr>
            <p:cNvSpPr/>
            <p:nvPr/>
          </p:nvSpPr>
          <p:spPr>
            <a:xfrm>
              <a:off x="11654256" y="3552173"/>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32">
              <a:extLst>
                <a:ext uri="{FF2B5EF4-FFF2-40B4-BE49-F238E27FC236}">
                  <a16:creationId xmlns:a16="http://schemas.microsoft.com/office/drawing/2014/main" id="{FCCBAA07-17CE-2740-AA04-AEDA5EAD2796}"/>
                </a:ext>
              </a:extLst>
            </p:cNvPr>
            <p:cNvSpPr/>
            <p:nvPr/>
          </p:nvSpPr>
          <p:spPr>
            <a:xfrm>
              <a:off x="11654256" y="2180659"/>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33">
              <a:extLst>
                <a:ext uri="{FF2B5EF4-FFF2-40B4-BE49-F238E27FC236}">
                  <a16:creationId xmlns:a16="http://schemas.microsoft.com/office/drawing/2014/main" id="{BF15C430-7951-6040-BD4C-4E996E94480E}"/>
                </a:ext>
              </a:extLst>
            </p:cNvPr>
            <p:cNvSpPr/>
            <p:nvPr/>
          </p:nvSpPr>
          <p:spPr>
            <a:xfrm>
              <a:off x="11654256" y="809146"/>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a:extLst>
                <a:ext uri="{FF2B5EF4-FFF2-40B4-BE49-F238E27FC236}">
                  <a16:creationId xmlns:a16="http://schemas.microsoft.com/office/drawing/2014/main" id="{0B3467F9-370D-5C4C-9EDE-E0CA0E401568}"/>
                </a:ext>
              </a:extLst>
            </p:cNvPr>
            <p:cNvSpPr/>
            <p:nvPr/>
          </p:nvSpPr>
          <p:spPr>
            <a:xfrm>
              <a:off x="11654256" y="0"/>
              <a:ext cx="537744" cy="562788"/>
            </a:xfrm>
            <a:custGeom>
              <a:avLst/>
              <a:gdLst>
                <a:gd name="connsiteX0" fmla="*/ 21 w 537744"/>
                <a:gd name="connsiteY0" fmla="*/ 0 h 562788"/>
                <a:gd name="connsiteX1" fmla="*/ 537744 w 537744"/>
                <a:gd name="connsiteY1" fmla="*/ 0 h 562788"/>
                <a:gd name="connsiteX2" fmla="*/ 537744 w 537744"/>
                <a:gd name="connsiteY2" fmla="*/ 562788 h 562788"/>
                <a:gd name="connsiteX3" fmla="*/ 451422 w 537744"/>
                <a:gd name="connsiteY3" fmla="*/ 554086 h 562788"/>
                <a:gd name="connsiteX4" fmla="*/ 0 w 537744"/>
                <a:gd name="connsiteY4" fmla="*/ 211 h 562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88">
                  <a:moveTo>
                    <a:pt x="21" y="0"/>
                  </a:moveTo>
                  <a:lnTo>
                    <a:pt x="537744" y="0"/>
                  </a:lnTo>
                  <a:lnTo>
                    <a:pt x="537744" y="562788"/>
                  </a:lnTo>
                  <a:lnTo>
                    <a:pt x="451422" y="554086"/>
                  </a:lnTo>
                  <a:cubicBezTo>
                    <a:pt x="193796" y="501368"/>
                    <a:pt x="0" y="273421"/>
                    <a:pt x="0" y="2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652A1E4-52BA-534C-AECC-35C3CF44F861}"/>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8315675-65B4-E14F-9785-663A83B7B6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676A1E-2332-684F-BDD2-687C166BDEC0}"/>
              </a:ext>
            </a:extLst>
          </p:cNvPr>
          <p:cNvSpPr>
            <a:spLocks noGrp="1"/>
          </p:cNvSpPr>
          <p:nvPr>
            <p:ph type="dt" sz="half" idx="10"/>
          </p:nvPr>
        </p:nvSpPr>
        <p:spPr/>
        <p:txBody>
          <a:bodyPr/>
          <a:lstStyle/>
          <a:p>
            <a:fld id="{8BB06702-5DDD-4DC5-9DB7-B7EBE614D8AD}" type="datetime1">
              <a:rPr lang="en-US" smtClean="0"/>
              <a:t>4/30/2026</a:t>
            </a:fld>
            <a:endParaRPr lang="en-US" dirty="0"/>
          </a:p>
        </p:txBody>
      </p:sp>
      <p:sp>
        <p:nvSpPr>
          <p:cNvPr id="5" name="Footer Placeholder 4">
            <a:extLst>
              <a:ext uri="{FF2B5EF4-FFF2-40B4-BE49-F238E27FC236}">
                <a16:creationId xmlns:a16="http://schemas.microsoft.com/office/drawing/2014/main" id="{22BB8CB0-B7BE-7D4F-B254-8A2F8AEC273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3E5A569-A063-8E40-B703-82B11D2A988A}"/>
              </a:ext>
            </a:extLst>
          </p:cNvPr>
          <p:cNvSpPr>
            <a:spLocks noGrp="1"/>
          </p:cNvSpPr>
          <p:nvPr>
            <p:ph type="sldNum" sz="quarter" idx="12"/>
          </p:nvPr>
        </p:nvSpPr>
        <p:spPr>
          <a:xfrm>
            <a:off x="7087169" y="6141085"/>
            <a:ext cx="813816" cy="365125"/>
          </a:xfrm>
        </p:spPr>
        <p:txBody>
          <a:bodyPr/>
          <a:lstStyle/>
          <a:p>
            <a:fld id="{49ABCAEC-7D34-E549-A96E-FCEDAADBE4B0}" type="slidenum">
              <a:rPr lang="en-US" smtClean="0"/>
              <a:t>‹N°›</a:t>
            </a:fld>
            <a:endParaRPr lang="en-US"/>
          </a:p>
        </p:txBody>
      </p:sp>
      <p:cxnSp>
        <p:nvCxnSpPr>
          <p:cNvPr id="7" name="Straight Connector 6">
            <a:extLst>
              <a:ext uri="{FF2B5EF4-FFF2-40B4-BE49-F238E27FC236}">
                <a16:creationId xmlns:a16="http://schemas.microsoft.com/office/drawing/2014/main" id="{8231D73A-BA91-794F-8C09-4F4B41A6D08B}"/>
              </a:ext>
            </a:extLst>
          </p:cNvPr>
          <p:cNvCxnSpPr>
            <a:cxnSpLocks/>
          </p:cNvCxnSpPr>
          <p:nvPr/>
        </p:nvCxnSpPr>
        <p:spPr>
          <a:xfrm>
            <a:off x="565150" y="6087110"/>
            <a:ext cx="7335835"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210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3ABDDED5-B489-454D-A72D-46C9473AB018}"/>
              </a:ext>
            </a:extLst>
          </p:cNvPr>
          <p:cNvGrpSpPr/>
          <p:nvPr/>
        </p:nvGrpSpPr>
        <p:grpSpPr>
          <a:xfrm>
            <a:off x="6201388" y="0"/>
            <a:ext cx="5990612" cy="6858001"/>
            <a:chOff x="6201388" y="0"/>
            <a:chExt cx="5990612" cy="6858001"/>
          </a:xfrm>
        </p:grpSpPr>
        <p:sp>
          <p:nvSpPr>
            <p:cNvPr id="40" name="Oval 39">
              <a:extLst>
                <a:ext uri="{FF2B5EF4-FFF2-40B4-BE49-F238E27FC236}">
                  <a16:creationId xmlns:a16="http://schemas.microsoft.com/office/drawing/2014/main" id="{E6338A9A-49A1-B04D-B479-43604A5CD6D5}"/>
                </a:ext>
              </a:extLst>
            </p:cNvPr>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40">
              <a:extLst>
                <a:ext uri="{FF2B5EF4-FFF2-40B4-BE49-F238E27FC236}">
                  <a16:creationId xmlns:a16="http://schemas.microsoft.com/office/drawing/2014/main" id="{3151B6D8-101B-F34D-992A-1668DB5D0067}"/>
                </a:ext>
              </a:extLst>
            </p:cNvPr>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21D4DE71-EB1A-E74C-9364-5FEC5377F4EF}"/>
                </a:ext>
              </a:extLst>
            </p:cNvPr>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Oval 42">
              <a:extLst>
                <a:ext uri="{FF2B5EF4-FFF2-40B4-BE49-F238E27FC236}">
                  <a16:creationId xmlns:a16="http://schemas.microsoft.com/office/drawing/2014/main" id="{BD99A5CD-9D3A-DA46-AD96-34B9DB522051}"/>
                </a:ext>
              </a:extLst>
            </p:cNvPr>
            <p:cNvSpPr/>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E6537DF9-74F2-924C-9B63-22B100C80C92}"/>
                </a:ext>
              </a:extLst>
            </p:cNvPr>
            <p:cNvSpPr/>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D7655457-8E4D-F34C-A595-66A45E9C3A1F}"/>
                </a:ext>
              </a:extLst>
            </p:cNvPr>
            <p:cNvSpPr/>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a:extLst>
                <a:ext uri="{FF2B5EF4-FFF2-40B4-BE49-F238E27FC236}">
                  <a16:creationId xmlns:a16="http://schemas.microsoft.com/office/drawing/2014/main" id="{FB0E8D2C-8947-E44C-BC5F-F81B083DAA3E}"/>
                </a:ext>
              </a:extLst>
            </p:cNvPr>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46">
              <a:extLst>
                <a:ext uri="{FF2B5EF4-FFF2-40B4-BE49-F238E27FC236}">
                  <a16:creationId xmlns:a16="http://schemas.microsoft.com/office/drawing/2014/main" id="{ED57F45D-85B8-AC49-A2BA-E941F1BE7F15}"/>
                </a:ext>
              </a:extLst>
            </p:cNvPr>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Oval 47">
              <a:extLst>
                <a:ext uri="{FF2B5EF4-FFF2-40B4-BE49-F238E27FC236}">
                  <a16:creationId xmlns:a16="http://schemas.microsoft.com/office/drawing/2014/main" id="{DA576359-CAE3-634C-8DF8-A834BCD7D668}"/>
                </a:ext>
              </a:extLst>
            </p:cNvPr>
            <p:cNvSpPr/>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16343F35-6601-BD4A-B9A5-25361D0453D2}"/>
                </a:ext>
              </a:extLst>
            </p:cNvPr>
            <p:cNvSpPr/>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5ED1C169-DCD9-9C4B-91B1-519621155A64}"/>
                </a:ext>
              </a:extLst>
            </p:cNvPr>
            <p:cNvSpPr/>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32328AC7-E0BC-0E46-A25B-11D523EC8100}"/>
                </a:ext>
              </a:extLst>
            </p:cNvPr>
            <p:cNvSpPr/>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51">
              <a:extLst>
                <a:ext uri="{FF2B5EF4-FFF2-40B4-BE49-F238E27FC236}">
                  <a16:creationId xmlns:a16="http://schemas.microsoft.com/office/drawing/2014/main" id="{32BBE02A-588F-6C4D-B310-694098C6A340}"/>
                </a:ext>
              </a:extLst>
            </p:cNvPr>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3" name="Freeform 52">
              <a:extLst>
                <a:ext uri="{FF2B5EF4-FFF2-40B4-BE49-F238E27FC236}">
                  <a16:creationId xmlns:a16="http://schemas.microsoft.com/office/drawing/2014/main" id="{6751D5A0-C90A-0A44-8654-CFE1B719B353}"/>
                </a:ext>
              </a:extLst>
            </p:cNvPr>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Oval 53">
              <a:extLst>
                <a:ext uri="{FF2B5EF4-FFF2-40B4-BE49-F238E27FC236}">
                  <a16:creationId xmlns:a16="http://schemas.microsoft.com/office/drawing/2014/main" id="{0F0FA086-0D80-B74A-9B37-5EACDE30D61F}"/>
                </a:ext>
              </a:extLst>
            </p:cNvPr>
            <p:cNvSpPr/>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7022E302-2A55-8844-A50B-DC16D075E16B}"/>
                </a:ext>
              </a:extLst>
            </p:cNvPr>
            <p:cNvSpPr/>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F4B325F5-A048-2843-A40B-3B2B31ECED76}"/>
                </a:ext>
              </a:extLst>
            </p:cNvPr>
            <p:cNvSpPr/>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reeform 56">
              <a:extLst>
                <a:ext uri="{FF2B5EF4-FFF2-40B4-BE49-F238E27FC236}">
                  <a16:creationId xmlns:a16="http://schemas.microsoft.com/office/drawing/2014/main" id="{7707B616-7E85-5442-B46B-AF9426A7A0E9}"/>
                </a:ext>
              </a:extLst>
            </p:cNvPr>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8" name="Freeform 57">
              <a:extLst>
                <a:ext uri="{FF2B5EF4-FFF2-40B4-BE49-F238E27FC236}">
                  <a16:creationId xmlns:a16="http://schemas.microsoft.com/office/drawing/2014/main" id="{08914A00-D181-5847-A150-77CE67F94369}"/>
                </a:ext>
              </a:extLst>
            </p:cNvPr>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a:extLst>
                <a:ext uri="{FF2B5EF4-FFF2-40B4-BE49-F238E27FC236}">
                  <a16:creationId xmlns:a16="http://schemas.microsoft.com/office/drawing/2014/main" id="{DAF2D976-5F49-2848-B465-C85708A6D706}"/>
                </a:ext>
              </a:extLst>
            </p:cNvPr>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Freeform 59">
              <a:extLst>
                <a:ext uri="{FF2B5EF4-FFF2-40B4-BE49-F238E27FC236}">
                  <a16:creationId xmlns:a16="http://schemas.microsoft.com/office/drawing/2014/main" id="{5E333474-B850-354C-A2E2-01735C948D47}"/>
                </a:ext>
              </a:extLst>
            </p:cNvPr>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1" name="Freeform 60">
              <a:extLst>
                <a:ext uri="{FF2B5EF4-FFF2-40B4-BE49-F238E27FC236}">
                  <a16:creationId xmlns:a16="http://schemas.microsoft.com/office/drawing/2014/main" id="{BC25646C-71B3-4A44-A4FE-C3CABE5580BB}"/>
                </a:ext>
              </a:extLst>
            </p:cNvPr>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61">
              <a:extLst>
                <a:ext uri="{FF2B5EF4-FFF2-40B4-BE49-F238E27FC236}">
                  <a16:creationId xmlns:a16="http://schemas.microsoft.com/office/drawing/2014/main" id="{B598CFE9-67EE-E342-9EF7-F40A1E0BE59E}"/>
                </a:ext>
              </a:extLst>
            </p:cNvPr>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3" name="Freeform 62">
              <a:extLst>
                <a:ext uri="{FF2B5EF4-FFF2-40B4-BE49-F238E27FC236}">
                  <a16:creationId xmlns:a16="http://schemas.microsoft.com/office/drawing/2014/main" id="{1E29AD13-94FE-1349-A28E-10F6E780F510}"/>
                </a:ext>
              </a:extLst>
            </p:cNvPr>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650648E-B4D5-4145-84E7-46B5793EA68B}"/>
              </a:ext>
            </a:extLst>
          </p:cNvPr>
          <p:cNvSpPr>
            <a:spLocks noGrp="1"/>
          </p:cNvSpPr>
          <p:nvPr>
            <p:ph type="title"/>
          </p:nvPr>
        </p:nvSpPr>
        <p:spPr>
          <a:xfrm>
            <a:off x="565150" y="768351"/>
            <a:ext cx="5066001" cy="2334768"/>
          </a:xfrm>
        </p:spPr>
        <p:txBody>
          <a:bodyPr anchor="t"/>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E3B92A6-7558-3148-B855-5BC58B4159C5}"/>
              </a:ext>
            </a:extLst>
          </p:cNvPr>
          <p:cNvSpPr>
            <a:spLocks noGrp="1"/>
          </p:cNvSpPr>
          <p:nvPr>
            <p:ph type="body" idx="1"/>
          </p:nvPr>
        </p:nvSpPr>
        <p:spPr>
          <a:xfrm>
            <a:off x="565150" y="4255453"/>
            <a:ext cx="5066001" cy="1500187"/>
          </a:xfrm>
        </p:spPr>
        <p:txBody>
          <a:bodyPr anchor="b"/>
          <a:lstStyle>
            <a:lvl1pPr marL="0" indent="0">
              <a:buNone/>
              <a:defRPr sz="2400">
                <a:solidFill>
                  <a:schemeClr val="bg1">
                    <a:lumMod val="6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3A0B541-D211-974B-97FE-C1F9473ABE9D}"/>
              </a:ext>
            </a:extLst>
          </p:cNvPr>
          <p:cNvSpPr>
            <a:spLocks noGrp="1"/>
          </p:cNvSpPr>
          <p:nvPr>
            <p:ph type="dt" sz="half" idx="10"/>
          </p:nvPr>
        </p:nvSpPr>
        <p:spPr/>
        <p:txBody>
          <a:bodyPr/>
          <a:lstStyle/>
          <a:p>
            <a:fld id="{0BE6416C-B74B-40D1-A761-6C9CD1601C59}" type="datetime1">
              <a:rPr lang="en-US" smtClean="0"/>
              <a:t>4/30/2026</a:t>
            </a:fld>
            <a:endParaRPr lang="en-US" dirty="0"/>
          </a:p>
        </p:txBody>
      </p:sp>
      <p:sp>
        <p:nvSpPr>
          <p:cNvPr id="5" name="Footer Placeholder 4">
            <a:extLst>
              <a:ext uri="{FF2B5EF4-FFF2-40B4-BE49-F238E27FC236}">
                <a16:creationId xmlns:a16="http://schemas.microsoft.com/office/drawing/2014/main" id="{A1727FB0-D95A-D543-8E29-6E5F22B491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89C4404-F49D-9F48-A10B-1F60870B4450}"/>
              </a:ext>
            </a:extLst>
          </p:cNvPr>
          <p:cNvSpPr>
            <a:spLocks noGrp="1"/>
          </p:cNvSpPr>
          <p:nvPr>
            <p:ph type="sldNum" sz="quarter" idx="12"/>
          </p:nvPr>
        </p:nvSpPr>
        <p:spPr>
          <a:xfrm>
            <a:off x="4817335" y="6141085"/>
            <a:ext cx="813816" cy="365125"/>
          </a:xfrm>
        </p:spPr>
        <p:txBody>
          <a:bodyPr/>
          <a:lstStyle/>
          <a:p>
            <a:fld id="{49ABCAEC-7D34-E549-A96E-FCEDAADBE4B0}" type="slidenum">
              <a:rPr lang="en-US" smtClean="0"/>
              <a:t>‹N°›</a:t>
            </a:fld>
            <a:endParaRPr lang="en-US" dirty="0"/>
          </a:p>
        </p:txBody>
      </p:sp>
      <p:cxnSp>
        <p:nvCxnSpPr>
          <p:cNvPr id="7" name="Straight Connector 6">
            <a:extLst>
              <a:ext uri="{FF2B5EF4-FFF2-40B4-BE49-F238E27FC236}">
                <a16:creationId xmlns:a16="http://schemas.microsoft.com/office/drawing/2014/main" id="{2D6A1FD1-D82F-3141-8687-8D7C0631C215}"/>
              </a:ext>
            </a:extLst>
          </p:cNvPr>
          <p:cNvCxnSpPr>
            <a:cxnSpLocks/>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20106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442ECFEB-12CF-4C4F-BC8A-5816C27CA565}"/>
              </a:ext>
            </a:extLst>
          </p:cNvPr>
          <p:cNvGrpSpPr/>
          <p:nvPr/>
        </p:nvGrpSpPr>
        <p:grpSpPr>
          <a:xfrm>
            <a:off x="10290315" y="0"/>
            <a:ext cx="1901686" cy="6858000"/>
            <a:chOff x="10290315" y="0"/>
            <a:chExt cx="1901686" cy="6858000"/>
          </a:xfrm>
        </p:grpSpPr>
        <p:sp>
          <p:nvSpPr>
            <p:cNvPr id="18" name="Oval 17">
              <a:extLst>
                <a:ext uri="{FF2B5EF4-FFF2-40B4-BE49-F238E27FC236}">
                  <a16:creationId xmlns:a16="http://schemas.microsoft.com/office/drawing/2014/main" id="{626C9482-2804-144B-88B2-0AF191BD757D}"/>
                </a:ext>
              </a:extLst>
            </p:cNvPr>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a:extLst>
                <a:ext uri="{FF2B5EF4-FFF2-40B4-BE49-F238E27FC236}">
                  <a16:creationId xmlns:a16="http://schemas.microsoft.com/office/drawing/2014/main" id="{71363F79-96BD-9240-86E2-DF26C9C2437D}"/>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153F0BF1-DA57-1D49-82F0-802F4D385A85}"/>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8CD42A1B-A03A-C946-8A2A-CE437EA433FD}"/>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5591FE00-3AAF-9B4B-8107-E94D50828227}"/>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149E92E9-89A7-4842-B271-411C7DF75D2D}"/>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23">
              <a:extLst>
                <a:ext uri="{FF2B5EF4-FFF2-40B4-BE49-F238E27FC236}">
                  <a16:creationId xmlns:a16="http://schemas.microsoft.com/office/drawing/2014/main" id="{4DC29C99-0841-9F46-AB1A-E9751DFE4487}"/>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EE0AB684-BDA8-014B-8DCC-125F8B8DCEE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2540E05-0F5F-6243-AD57-66BFC33ADBAC}"/>
              </a:ext>
            </a:extLst>
          </p:cNvPr>
          <p:cNvSpPr>
            <a:spLocks noGrp="1"/>
          </p:cNvSpPr>
          <p:nvPr>
            <p:ph sz="half" idx="1"/>
          </p:nvPr>
        </p:nvSpPr>
        <p:spPr>
          <a:xfrm>
            <a:off x="562851"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170B3A4-11FE-D94C-9B93-255E36231064}"/>
              </a:ext>
            </a:extLst>
          </p:cNvPr>
          <p:cNvSpPr>
            <a:spLocks noGrp="1"/>
          </p:cNvSpPr>
          <p:nvPr>
            <p:ph sz="half" idx="2"/>
          </p:nvPr>
        </p:nvSpPr>
        <p:spPr>
          <a:xfrm>
            <a:off x="6389638"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D67BEEAF-F881-6E48-84AF-E5CEEF1C7167}"/>
              </a:ext>
            </a:extLst>
          </p:cNvPr>
          <p:cNvSpPr>
            <a:spLocks noGrp="1"/>
          </p:cNvSpPr>
          <p:nvPr>
            <p:ph type="dt" sz="half" idx="10"/>
          </p:nvPr>
        </p:nvSpPr>
        <p:spPr/>
        <p:txBody>
          <a:bodyPr/>
          <a:lstStyle/>
          <a:p>
            <a:fld id="{B01D8FDB-12E2-4620-95F1-06D58C853B42}" type="datetime1">
              <a:rPr lang="en-US" smtClean="0"/>
              <a:t>4/30/2026</a:t>
            </a:fld>
            <a:endParaRPr lang="en-US" dirty="0"/>
          </a:p>
        </p:txBody>
      </p:sp>
      <p:sp>
        <p:nvSpPr>
          <p:cNvPr id="6" name="Footer Placeholder 5">
            <a:extLst>
              <a:ext uri="{FF2B5EF4-FFF2-40B4-BE49-F238E27FC236}">
                <a16:creationId xmlns:a16="http://schemas.microsoft.com/office/drawing/2014/main" id="{9C472753-1CC3-9244-9AF0-6927018A64F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4DD55D0-FCC7-AC42-9810-9B49E3348958}"/>
              </a:ext>
            </a:extLst>
          </p:cNvPr>
          <p:cNvSpPr>
            <a:spLocks noGrp="1"/>
          </p:cNvSpPr>
          <p:nvPr>
            <p:ph type="sldNum" sz="quarter" idx="12"/>
          </p:nvPr>
        </p:nvSpPr>
        <p:spPr/>
        <p:txBody>
          <a:bodyPr/>
          <a:lstStyle/>
          <a:p>
            <a:fld id="{49ABCAEC-7D34-E549-A96E-FCEDAADBE4B0}" type="slidenum">
              <a:rPr lang="en-US" smtClean="0"/>
              <a:t>‹N°›</a:t>
            </a:fld>
            <a:endParaRPr lang="en-US" dirty="0"/>
          </a:p>
        </p:txBody>
      </p:sp>
      <p:cxnSp>
        <p:nvCxnSpPr>
          <p:cNvPr id="8" name="Straight Connector 7">
            <a:extLst>
              <a:ext uri="{FF2B5EF4-FFF2-40B4-BE49-F238E27FC236}">
                <a16:creationId xmlns:a16="http://schemas.microsoft.com/office/drawing/2014/main" id="{5FC736C3-88FB-244C-83B8-B2856998D221}"/>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2471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B7D16A9C-7411-5242-A59C-816B8907E3BE}"/>
              </a:ext>
            </a:extLst>
          </p:cNvPr>
          <p:cNvGrpSpPr/>
          <p:nvPr/>
        </p:nvGrpSpPr>
        <p:grpSpPr>
          <a:xfrm>
            <a:off x="10290315" y="0"/>
            <a:ext cx="1901686" cy="6858000"/>
            <a:chOff x="10290315" y="0"/>
            <a:chExt cx="1901686" cy="6858000"/>
          </a:xfrm>
        </p:grpSpPr>
        <p:sp>
          <p:nvSpPr>
            <p:cNvPr id="20" name="Oval 19">
              <a:extLst>
                <a:ext uri="{FF2B5EF4-FFF2-40B4-BE49-F238E27FC236}">
                  <a16:creationId xmlns:a16="http://schemas.microsoft.com/office/drawing/2014/main" id="{A997260B-7D44-7049-B605-7FD6E6CE5612}"/>
                </a:ext>
              </a:extLst>
            </p:cNvPr>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a:extLst>
                <a:ext uri="{FF2B5EF4-FFF2-40B4-BE49-F238E27FC236}">
                  <a16:creationId xmlns:a16="http://schemas.microsoft.com/office/drawing/2014/main" id="{5D6AF601-77C3-D74A-B1E5-7F33703A6927}"/>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4DFCA921-0F9E-2E41-A285-75409E25501A}"/>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120B9E03-438B-FC42-9DA1-835D5BC3FE88}"/>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23">
              <a:extLst>
                <a:ext uri="{FF2B5EF4-FFF2-40B4-BE49-F238E27FC236}">
                  <a16:creationId xmlns:a16="http://schemas.microsoft.com/office/drawing/2014/main" id="{4D670E1F-61CD-8940-A898-6D5092A78BB9}"/>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a:extLst>
                <a:ext uri="{FF2B5EF4-FFF2-40B4-BE49-F238E27FC236}">
                  <a16:creationId xmlns:a16="http://schemas.microsoft.com/office/drawing/2014/main" id="{080C64CF-0C6A-3449-9709-AE038C4A7995}"/>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25">
              <a:extLst>
                <a:ext uri="{FF2B5EF4-FFF2-40B4-BE49-F238E27FC236}">
                  <a16:creationId xmlns:a16="http://schemas.microsoft.com/office/drawing/2014/main" id="{FEC46D5B-957F-A24C-8E36-CC71F660EC8B}"/>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9058182F-7B5E-FD42-AFC6-A3848D8332AC}"/>
              </a:ext>
            </a:extLst>
          </p:cNvPr>
          <p:cNvSpPr>
            <a:spLocks noGrp="1"/>
          </p:cNvSpPr>
          <p:nvPr>
            <p:ph type="title"/>
          </p:nvPr>
        </p:nvSpPr>
        <p:spPr>
          <a:xfrm>
            <a:off x="566928" y="768096"/>
            <a:ext cx="7333488" cy="127101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FD9E4DE-75C0-C841-A68D-9D7BBAD76C5E}"/>
              </a:ext>
            </a:extLst>
          </p:cNvPr>
          <p:cNvSpPr>
            <a:spLocks noGrp="1"/>
          </p:cNvSpPr>
          <p:nvPr>
            <p:ph type="body" idx="1"/>
          </p:nvPr>
        </p:nvSpPr>
        <p:spPr>
          <a:xfrm>
            <a:off x="562149"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B5C87F7-356E-9E43-97A0-D972B22853DA}"/>
              </a:ext>
            </a:extLst>
          </p:cNvPr>
          <p:cNvSpPr>
            <a:spLocks noGrp="1"/>
          </p:cNvSpPr>
          <p:nvPr>
            <p:ph sz="half" idx="2"/>
          </p:nvPr>
        </p:nvSpPr>
        <p:spPr>
          <a:xfrm>
            <a:off x="562149"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DAB4C28-30CB-CC4E-A25E-F4FEFA49BCA5}"/>
              </a:ext>
            </a:extLst>
          </p:cNvPr>
          <p:cNvSpPr>
            <a:spLocks noGrp="1"/>
          </p:cNvSpPr>
          <p:nvPr>
            <p:ph type="body" sz="quarter" idx="3"/>
          </p:nvPr>
        </p:nvSpPr>
        <p:spPr>
          <a:xfrm>
            <a:off x="6383066"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E9ED0191-963B-1E4C-BEC5-9B42E39514A3}"/>
              </a:ext>
            </a:extLst>
          </p:cNvPr>
          <p:cNvSpPr>
            <a:spLocks noGrp="1"/>
          </p:cNvSpPr>
          <p:nvPr>
            <p:ph sz="quarter" idx="4"/>
          </p:nvPr>
        </p:nvSpPr>
        <p:spPr>
          <a:xfrm>
            <a:off x="6383066"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7F0E0BED-3EB7-BB4A-A556-FA967FB0115F}"/>
              </a:ext>
            </a:extLst>
          </p:cNvPr>
          <p:cNvSpPr>
            <a:spLocks noGrp="1"/>
          </p:cNvSpPr>
          <p:nvPr>
            <p:ph type="dt" sz="half" idx="10"/>
          </p:nvPr>
        </p:nvSpPr>
        <p:spPr/>
        <p:txBody>
          <a:bodyPr/>
          <a:lstStyle/>
          <a:p>
            <a:fld id="{EBDD9964-456C-48C7-B35F-6A29AD1A6349}" type="datetime1">
              <a:rPr lang="en-US" smtClean="0"/>
              <a:t>4/30/2026</a:t>
            </a:fld>
            <a:endParaRPr lang="en-US" dirty="0"/>
          </a:p>
        </p:txBody>
      </p:sp>
      <p:sp>
        <p:nvSpPr>
          <p:cNvPr id="8" name="Footer Placeholder 7">
            <a:extLst>
              <a:ext uri="{FF2B5EF4-FFF2-40B4-BE49-F238E27FC236}">
                <a16:creationId xmlns:a16="http://schemas.microsoft.com/office/drawing/2014/main" id="{B6A2466A-4D90-174C-B382-AC4674D7215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6EADE49-8082-214B-9742-5EE8DA2E9FFE}"/>
              </a:ext>
            </a:extLst>
          </p:cNvPr>
          <p:cNvSpPr>
            <a:spLocks noGrp="1"/>
          </p:cNvSpPr>
          <p:nvPr>
            <p:ph type="sldNum" sz="quarter" idx="12"/>
          </p:nvPr>
        </p:nvSpPr>
        <p:spPr/>
        <p:txBody>
          <a:bodyPr/>
          <a:lstStyle/>
          <a:p>
            <a:fld id="{49ABCAEC-7D34-E549-A96E-FCEDAADBE4B0}" type="slidenum">
              <a:rPr lang="en-US" smtClean="0"/>
              <a:t>‹N°›</a:t>
            </a:fld>
            <a:endParaRPr lang="en-US"/>
          </a:p>
        </p:txBody>
      </p:sp>
      <p:cxnSp>
        <p:nvCxnSpPr>
          <p:cNvPr id="10" name="Straight Connector 9">
            <a:extLst>
              <a:ext uri="{FF2B5EF4-FFF2-40B4-BE49-F238E27FC236}">
                <a16:creationId xmlns:a16="http://schemas.microsoft.com/office/drawing/2014/main" id="{75E39200-18D5-014B-BAB8-FF5D0BA15E0C}"/>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3459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D7DF52F6-A06E-0343-95B8-DAAC38DB4B8C}"/>
              </a:ext>
            </a:extLst>
          </p:cNvPr>
          <p:cNvGrpSpPr/>
          <p:nvPr/>
        </p:nvGrpSpPr>
        <p:grpSpPr>
          <a:xfrm>
            <a:off x="10290315" y="0"/>
            <a:ext cx="1901686" cy="6858000"/>
            <a:chOff x="10290315" y="0"/>
            <a:chExt cx="1901686" cy="6858000"/>
          </a:xfrm>
        </p:grpSpPr>
        <p:sp>
          <p:nvSpPr>
            <p:cNvPr id="16" name="Oval 15">
              <a:extLst>
                <a:ext uri="{FF2B5EF4-FFF2-40B4-BE49-F238E27FC236}">
                  <a16:creationId xmlns:a16="http://schemas.microsoft.com/office/drawing/2014/main" id="{67092C52-7052-0749-9DA0-9374DBF495AE}"/>
                </a:ext>
              </a:extLst>
            </p:cNvPr>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a:extLst>
                <a:ext uri="{FF2B5EF4-FFF2-40B4-BE49-F238E27FC236}">
                  <a16:creationId xmlns:a16="http://schemas.microsoft.com/office/drawing/2014/main" id="{C64E1C2F-81E1-C44D-859C-946596C950F2}"/>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a:extLst>
                <a:ext uri="{FF2B5EF4-FFF2-40B4-BE49-F238E27FC236}">
                  <a16:creationId xmlns:a16="http://schemas.microsoft.com/office/drawing/2014/main" id="{53626485-4263-0A44-9561-E278A7056C33}"/>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7D45AAB5-3CCC-DE4A-A962-3702911B55CC}"/>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8CAFB16F-8EDE-D44F-A51E-34EDC41E7404}"/>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DCD51329-732C-BB4C-98E5-715BAF9F8853}"/>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192B5D44-BC55-AF4C-984D-C8231B22F80B}"/>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DFA1E9E2-564E-7049-A22F-BB5B876BABB5}"/>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B6359D05-C08D-7747-B2FC-3F62B3357315}"/>
              </a:ext>
            </a:extLst>
          </p:cNvPr>
          <p:cNvSpPr>
            <a:spLocks noGrp="1"/>
          </p:cNvSpPr>
          <p:nvPr>
            <p:ph type="dt" sz="half" idx="10"/>
          </p:nvPr>
        </p:nvSpPr>
        <p:spPr/>
        <p:txBody>
          <a:bodyPr/>
          <a:lstStyle/>
          <a:p>
            <a:fld id="{38F01806-D087-4BE4-82E3-7D2178C49A6F}" type="datetime1">
              <a:rPr lang="en-US" smtClean="0"/>
              <a:t>4/30/2026</a:t>
            </a:fld>
            <a:endParaRPr lang="en-US" dirty="0"/>
          </a:p>
        </p:txBody>
      </p:sp>
      <p:sp>
        <p:nvSpPr>
          <p:cNvPr id="4" name="Footer Placeholder 3">
            <a:extLst>
              <a:ext uri="{FF2B5EF4-FFF2-40B4-BE49-F238E27FC236}">
                <a16:creationId xmlns:a16="http://schemas.microsoft.com/office/drawing/2014/main" id="{8E2FF615-BB08-A844-B689-BAA7C50407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63A67D-F96F-4849-8C83-49CC3A6539BB}"/>
              </a:ext>
            </a:extLst>
          </p:cNvPr>
          <p:cNvSpPr>
            <a:spLocks noGrp="1"/>
          </p:cNvSpPr>
          <p:nvPr>
            <p:ph type="sldNum" sz="quarter" idx="12"/>
          </p:nvPr>
        </p:nvSpPr>
        <p:spPr/>
        <p:txBody>
          <a:bodyPr/>
          <a:lstStyle/>
          <a:p>
            <a:fld id="{49ABCAEC-7D34-E549-A96E-FCEDAADBE4B0}" type="slidenum">
              <a:rPr lang="en-US" smtClean="0"/>
              <a:t>‹N°›</a:t>
            </a:fld>
            <a:endParaRPr lang="en-US"/>
          </a:p>
        </p:txBody>
      </p:sp>
      <p:cxnSp>
        <p:nvCxnSpPr>
          <p:cNvPr id="6" name="Straight Connector 5">
            <a:extLst>
              <a:ext uri="{FF2B5EF4-FFF2-40B4-BE49-F238E27FC236}">
                <a16:creationId xmlns:a16="http://schemas.microsoft.com/office/drawing/2014/main" id="{1DCFAAB9-2B6B-8D4C-A748-433E2C393EA6}"/>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2165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798BCA70-D63D-40F6-B9B3-4E49B96E27FB}"/>
              </a:ext>
            </a:extLst>
          </p:cNvPr>
          <p:cNvSpPr>
            <a:spLocks noGrp="1"/>
          </p:cNvSpPr>
          <p:nvPr>
            <p:ph type="dt" sz="half" idx="10"/>
          </p:nvPr>
        </p:nvSpPr>
        <p:spPr/>
        <p:txBody>
          <a:bodyPr/>
          <a:lstStyle/>
          <a:p>
            <a:fld id="{626C631D-B049-4741-972A-A1B0A0AA2E36}" type="datetime1">
              <a:rPr lang="en-US" smtClean="0"/>
              <a:t>4/30/2026</a:t>
            </a:fld>
            <a:endParaRPr lang="en-US" dirty="0"/>
          </a:p>
        </p:txBody>
      </p:sp>
      <p:sp>
        <p:nvSpPr>
          <p:cNvPr id="6" name="Footer Placeholder 5">
            <a:extLst>
              <a:ext uri="{FF2B5EF4-FFF2-40B4-BE49-F238E27FC236}">
                <a16:creationId xmlns:a16="http://schemas.microsoft.com/office/drawing/2014/main" id="{72F12559-BD91-4904-A24A-0CF0A2324A0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B658BB7-74A5-4A6F-A0FF-021E68F02BFF}"/>
              </a:ext>
            </a:extLst>
          </p:cNvPr>
          <p:cNvSpPr>
            <a:spLocks noGrp="1"/>
          </p:cNvSpPr>
          <p:nvPr>
            <p:ph type="sldNum" sz="quarter" idx="12"/>
          </p:nvPr>
        </p:nvSpPr>
        <p:spPr/>
        <p:txBody>
          <a:bodyPr/>
          <a:lstStyle/>
          <a:p>
            <a:fld id="{49ABCAEC-7D34-E549-A96E-FCEDAADBE4B0}" type="slidenum">
              <a:rPr lang="en-US" smtClean="0"/>
              <a:pPr/>
              <a:t>‹N°›</a:t>
            </a:fld>
            <a:endParaRPr lang="en-US" dirty="0"/>
          </a:p>
        </p:txBody>
      </p:sp>
    </p:spTree>
    <p:extLst>
      <p:ext uri="{BB962C8B-B14F-4D97-AF65-F5344CB8AC3E}">
        <p14:creationId xmlns:p14="http://schemas.microsoft.com/office/powerpoint/2010/main" val="785719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D0914A35-7AAF-4B42-9C68-47A633EFD9D0}"/>
              </a:ext>
            </a:extLst>
          </p:cNvPr>
          <p:cNvGrpSpPr/>
          <p:nvPr/>
        </p:nvGrpSpPr>
        <p:grpSpPr>
          <a:xfrm>
            <a:off x="10290315" y="0"/>
            <a:ext cx="1901686" cy="6858000"/>
            <a:chOff x="10290315" y="0"/>
            <a:chExt cx="1901686" cy="6858000"/>
          </a:xfrm>
        </p:grpSpPr>
        <p:sp>
          <p:nvSpPr>
            <p:cNvPr id="18" name="Freeform 17">
              <a:extLst>
                <a:ext uri="{FF2B5EF4-FFF2-40B4-BE49-F238E27FC236}">
                  <a16:creationId xmlns:a16="http://schemas.microsoft.com/office/drawing/2014/main" id="{DABCED79-0E70-FB4D-ABF2-D859BF5556E4}"/>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8364885D-A3A4-5144-AB4E-7624F27287E6}"/>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D22073D5-CC72-0549-BD26-F7AF9851BE45}"/>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1827A049-C9FD-554E-9B01-F151B0D9E86B}"/>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76832559-4D18-8744-AB91-9FCFAB732477}"/>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BF97A623-E5DC-1B44-B687-8643B9F0D741}"/>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3637BBE1-2C82-4E45-B5C5-35E07B05EA4E}"/>
              </a:ext>
            </a:extLst>
          </p:cNvPr>
          <p:cNvSpPr>
            <a:spLocks noGrp="1"/>
          </p:cNvSpPr>
          <p:nvPr>
            <p:ph type="title"/>
          </p:nvPr>
        </p:nvSpPr>
        <p:spPr>
          <a:xfrm>
            <a:off x="565151" y="764973"/>
            <a:ext cx="3609982" cy="1395043"/>
          </a:xfrm>
        </p:spPr>
        <p:txBody>
          <a:bodyPr anchor="t"/>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54201F2E-A734-364B-8A7D-990D6B8893D0}"/>
              </a:ext>
            </a:extLst>
          </p:cNvPr>
          <p:cNvSpPr>
            <a:spLocks noGrp="1"/>
          </p:cNvSpPr>
          <p:nvPr>
            <p:ph idx="1"/>
          </p:nvPr>
        </p:nvSpPr>
        <p:spPr>
          <a:xfrm>
            <a:off x="5104832" y="770890"/>
            <a:ext cx="6112517" cy="4800570"/>
          </a:xfrm>
        </p:spPr>
        <p:txBody>
          <a:bodyPr/>
          <a:lstStyle>
            <a:lvl1pPr>
              <a:defRPr sz="2800"/>
            </a:lvl1pPr>
            <a:lvl2pPr>
              <a:defRPr sz="24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D57CBAD9-5515-1748-8E77-F48160F4ED1C}"/>
              </a:ext>
            </a:extLst>
          </p:cNvPr>
          <p:cNvSpPr>
            <a:spLocks noGrp="1"/>
          </p:cNvSpPr>
          <p:nvPr>
            <p:ph type="body" sz="half" idx="2"/>
          </p:nvPr>
        </p:nvSpPr>
        <p:spPr>
          <a:xfrm>
            <a:off x="565150" y="2160016"/>
            <a:ext cx="3609983" cy="37089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A6C22B-80D4-AA42-9999-401E37B469C0}"/>
              </a:ext>
            </a:extLst>
          </p:cNvPr>
          <p:cNvSpPr>
            <a:spLocks noGrp="1"/>
          </p:cNvSpPr>
          <p:nvPr>
            <p:ph type="dt" sz="half" idx="10"/>
          </p:nvPr>
        </p:nvSpPr>
        <p:spPr/>
        <p:txBody>
          <a:bodyPr/>
          <a:lstStyle/>
          <a:p>
            <a:fld id="{AF264C0B-93D4-4973-AB2C-27B8040E5106}" type="datetime1">
              <a:rPr lang="en-US" smtClean="0"/>
              <a:t>4/30/2026</a:t>
            </a:fld>
            <a:endParaRPr lang="en-US" dirty="0"/>
          </a:p>
        </p:txBody>
      </p:sp>
      <p:sp>
        <p:nvSpPr>
          <p:cNvPr id="6" name="Footer Placeholder 5">
            <a:extLst>
              <a:ext uri="{FF2B5EF4-FFF2-40B4-BE49-F238E27FC236}">
                <a16:creationId xmlns:a16="http://schemas.microsoft.com/office/drawing/2014/main" id="{03055DE4-33E8-7F4B-9334-95EA60845C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470FA5-21EE-D742-8F01-C1BAE0FDB064}"/>
              </a:ext>
            </a:extLst>
          </p:cNvPr>
          <p:cNvSpPr>
            <a:spLocks noGrp="1"/>
          </p:cNvSpPr>
          <p:nvPr>
            <p:ph type="sldNum" sz="quarter" idx="12"/>
          </p:nvPr>
        </p:nvSpPr>
        <p:spPr/>
        <p:txBody>
          <a:bodyPr/>
          <a:lstStyle/>
          <a:p>
            <a:fld id="{49ABCAEC-7D34-E549-A96E-FCEDAADBE4B0}" type="slidenum">
              <a:rPr lang="en-US" smtClean="0"/>
              <a:t>‹N°›</a:t>
            </a:fld>
            <a:endParaRPr lang="en-US"/>
          </a:p>
        </p:txBody>
      </p:sp>
      <p:cxnSp>
        <p:nvCxnSpPr>
          <p:cNvPr id="8" name="Straight Connector 7">
            <a:extLst>
              <a:ext uri="{FF2B5EF4-FFF2-40B4-BE49-F238E27FC236}">
                <a16:creationId xmlns:a16="http://schemas.microsoft.com/office/drawing/2014/main" id="{BEF966AA-D7DF-F84D-80D4-E216A641B005}"/>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72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210D391A-F01E-4947-8A01-95438AA0B323}"/>
              </a:ext>
            </a:extLst>
          </p:cNvPr>
          <p:cNvGrpSpPr/>
          <p:nvPr/>
        </p:nvGrpSpPr>
        <p:grpSpPr>
          <a:xfrm>
            <a:off x="10290315" y="0"/>
            <a:ext cx="1901686" cy="6858000"/>
            <a:chOff x="10290315" y="0"/>
            <a:chExt cx="1901686" cy="6858000"/>
          </a:xfrm>
        </p:grpSpPr>
        <p:sp>
          <p:nvSpPr>
            <p:cNvPr id="17" name="Oval 16">
              <a:extLst>
                <a:ext uri="{FF2B5EF4-FFF2-40B4-BE49-F238E27FC236}">
                  <a16:creationId xmlns:a16="http://schemas.microsoft.com/office/drawing/2014/main" id="{7D499306-B4E0-064D-8F6C-96E9C4BD04DA}"/>
                </a:ext>
              </a:extLst>
            </p:cNvPr>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a:extLst>
                <a:ext uri="{FF2B5EF4-FFF2-40B4-BE49-F238E27FC236}">
                  <a16:creationId xmlns:a16="http://schemas.microsoft.com/office/drawing/2014/main" id="{AF3D0241-0A21-8047-8CE3-B3FDD5FDF719}"/>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13083F97-6891-0447-957C-AB0834B826D2}"/>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B2EF7D75-E7C1-5147-A03B-3EC641CF3B08}"/>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A6D7CA94-94B4-C140-8C68-01C0ADFA1C71}"/>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211CD629-C318-A848-BDDE-BBA9465EBF9D}"/>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2A5AC1F8-1370-E946-977E-E4CFC6947BAB}"/>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64CEE63B-B967-0A48-9623-2203767609F4}"/>
              </a:ext>
            </a:extLst>
          </p:cNvPr>
          <p:cNvSpPr>
            <a:spLocks noGrp="1"/>
          </p:cNvSpPr>
          <p:nvPr>
            <p:ph type="title"/>
          </p:nvPr>
        </p:nvSpPr>
        <p:spPr>
          <a:xfrm>
            <a:off x="565150" y="770889"/>
            <a:ext cx="3609983" cy="1389127"/>
          </a:xfrm>
        </p:spPr>
        <p:txBody>
          <a:bodyPr anchor="t"/>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9211F680-28C8-FA44-9CD5-20709DA02EA0}"/>
              </a:ext>
            </a:extLst>
          </p:cNvPr>
          <p:cNvSpPr>
            <a:spLocks noGrp="1"/>
          </p:cNvSpPr>
          <p:nvPr>
            <p:ph type="pic" idx="1"/>
          </p:nvPr>
        </p:nvSpPr>
        <p:spPr>
          <a:xfrm>
            <a:off x="5223838" y="890816"/>
            <a:ext cx="6060136" cy="4870411"/>
          </a:xfrm>
          <a:solidFill>
            <a:schemeClr val="bg2"/>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BD507CD-197E-BB4C-83A6-DA3FC97A22C2}"/>
              </a:ext>
            </a:extLst>
          </p:cNvPr>
          <p:cNvSpPr>
            <a:spLocks noGrp="1"/>
          </p:cNvSpPr>
          <p:nvPr>
            <p:ph type="body" sz="half" idx="2"/>
          </p:nvPr>
        </p:nvSpPr>
        <p:spPr>
          <a:xfrm>
            <a:off x="565150" y="2160016"/>
            <a:ext cx="3609983" cy="360121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59E00AC-DF6C-D548-8A06-D6269BDB0A41}"/>
              </a:ext>
            </a:extLst>
          </p:cNvPr>
          <p:cNvSpPr>
            <a:spLocks noGrp="1"/>
          </p:cNvSpPr>
          <p:nvPr>
            <p:ph type="dt" sz="half" idx="10"/>
          </p:nvPr>
        </p:nvSpPr>
        <p:spPr/>
        <p:txBody>
          <a:bodyPr/>
          <a:lstStyle/>
          <a:p>
            <a:fld id="{AA62388C-593E-4AB1-9443-E9346184AC4C}" type="datetime1">
              <a:rPr lang="en-US" smtClean="0"/>
              <a:t>4/30/2026</a:t>
            </a:fld>
            <a:endParaRPr lang="en-US" dirty="0"/>
          </a:p>
        </p:txBody>
      </p:sp>
      <p:sp>
        <p:nvSpPr>
          <p:cNvPr id="6" name="Footer Placeholder 5">
            <a:extLst>
              <a:ext uri="{FF2B5EF4-FFF2-40B4-BE49-F238E27FC236}">
                <a16:creationId xmlns:a16="http://schemas.microsoft.com/office/drawing/2014/main" id="{F8ED113B-57D4-9A4F-BFE0-2A3963B425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0D9954-FA18-8948-AA52-21CED059476D}"/>
              </a:ext>
            </a:extLst>
          </p:cNvPr>
          <p:cNvSpPr>
            <a:spLocks noGrp="1"/>
          </p:cNvSpPr>
          <p:nvPr>
            <p:ph type="sldNum" sz="quarter" idx="12"/>
          </p:nvPr>
        </p:nvSpPr>
        <p:spPr/>
        <p:txBody>
          <a:bodyPr/>
          <a:lstStyle/>
          <a:p>
            <a:fld id="{49ABCAEC-7D34-E549-A96E-FCEDAADBE4B0}" type="slidenum">
              <a:rPr lang="en-US" smtClean="0"/>
              <a:t>‹N°›</a:t>
            </a:fld>
            <a:endParaRPr lang="en-US"/>
          </a:p>
        </p:txBody>
      </p:sp>
      <p:cxnSp>
        <p:nvCxnSpPr>
          <p:cNvPr id="8" name="Straight Connector 7">
            <a:extLst>
              <a:ext uri="{FF2B5EF4-FFF2-40B4-BE49-F238E27FC236}">
                <a16:creationId xmlns:a16="http://schemas.microsoft.com/office/drawing/2014/main" id="{5E3EB25D-2379-5040-B990-1C99B0B7D931}"/>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5970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7ED46EE4-CE67-DD46-A751-9FEA049A22B8}"/>
              </a:ext>
            </a:extLst>
          </p:cNvPr>
          <p:cNvGrpSpPr/>
          <p:nvPr/>
        </p:nvGrpSpPr>
        <p:grpSpPr>
          <a:xfrm>
            <a:off x="8928528" y="0"/>
            <a:ext cx="3263472" cy="6858000"/>
            <a:chOff x="8928528" y="0"/>
            <a:chExt cx="3263472" cy="6858000"/>
          </a:xfrm>
        </p:grpSpPr>
        <p:sp>
          <p:nvSpPr>
            <p:cNvPr id="23" name="Oval 22">
              <a:extLst>
                <a:ext uri="{FF2B5EF4-FFF2-40B4-BE49-F238E27FC236}">
                  <a16:creationId xmlns:a16="http://schemas.microsoft.com/office/drawing/2014/main" id="{955C5B70-D34F-8A49-B220-808CE2BBB7F3}"/>
                </a:ext>
              </a:extLst>
            </p:cNvPr>
            <p:cNvSpPr/>
            <p:nvPr/>
          </p:nvSpPr>
          <p:spPr>
            <a:xfrm>
              <a:off x="8928528" y="491812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a:extLst>
                <a:ext uri="{FF2B5EF4-FFF2-40B4-BE49-F238E27FC236}">
                  <a16:creationId xmlns:a16="http://schemas.microsoft.com/office/drawing/2014/main" id="{4BBFE624-6DBD-8541-B43B-180C0AFA21F0}"/>
                </a:ext>
              </a:extLst>
            </p:cNvPr>
            <p:cNvSpPr/>
            <p:nvPr/>
          </p:nvSpPr>
          <p:spPr>
            <a:xfrm>
              <a:off x="8928528" y="0"/>
              <a:ext cx="1130724" cy="565573"/>
            </a:xfrm>
            <a:custGeom>
              <a:avLst/>
              <a:gdLst>
                <a:gd name="connsiteX0" fmla="*/ 22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2"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a:extLst>
                <a:ext uri="{FF2B5EF4-FFF2-40B4-BE49-F238E27FC236}">
                  <a16:creationId xmlns:a16="http://schemas.microsoft.com/office/drawing/2014/main" id="{6E01AC23-2120-A542-B140-5A29AA27A2C8}"/>
                </a:ext>
              </a:extLst>
            </p:cNvPr>
            <p:cNvSpPr/>
            <p:nvPr/>
          </p:nvSpPr>
          <p:spPr>
            <a:xfrm>
              <a:off x="10291391" y="6292417"/>
              <a:ext cx="1130724" cy="565583"/>
            </a:xfrm>
            <a:custGeom>
              <a:avLst/>
              <a:gdLst>
                <a:gd name="connsiteX0" fmla="*/ 565362 w 1130724"/>
                <a:gd name="connsiteY0" fmla="*/ 0 h 565583"/>
                <a:gd name="connsiteX1" fmla="*/ 1130724 w 1130724"/>
                <a:gd name="connsiteY1" fmla="*/ 565362 h 565583"/>
                <a:gd name="connsiteX2" fmla="*/ 1130702 w 1130724"/>
                <a:gd name="connsiteY2" fmla="*/ 565583 h 565583"/>
                <a:gd name="connsiteX3" fmla="*/ 22 w 1130724"/>
                <a:gd name="connsiteY3" fmla="*/ 565583 h 565583"/>
                <a:gd name="connsiteX4" fmla="*/ 0 w 1130724"/>
                <a:gd name="connsiteY4" fmla="*/ 565362 h 565583"/>
                <a:gd name="connsiteX5" fmla="*/ 565362 w 1130724"/>
                <a:gd name="connsiteY5" fmla="*/ 0 h 565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83">
                  <a:moveTo>
                    <a:pt x="565362" y="0"/>
                  </a:moveTo>
                  <a:cubicBezTo>
                    <a:pt x="877603" y="0"/>
                    <a:pt x="1130724" y="253121"/>
                    <a:pt x="1130724" y="565362"/>
                  </a:cubicBezTo>
                  <a:lnTo>
                    <a:pt x="1130702" y="565583"/>
                  </a:lnTo>
                  <a:lnTo>
                    <a:pt x="22" y="565583"/>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a:extLst>
                <a:ext uri="{FF2B5EF4-FFF2-40B4-BE49-F238E27FC236}">
                  <a16:creationId xmlns:a16="http://schemas.microsoft.com/office/drawing/2014/main" id="{154689C0-9C35-9B4D-906B-DA287DA55A38}"/>
                </a:ext>
              </a:extLst>
            </p:cNvPr>
            <p:cNvSpPr/>
            <p:nvPr/>
          </p:nvSpPr>
          <p:spPr>
            <a:xfrm>
              <a:off x="10291392"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96570F0-11E0-6147-9053-E3A4B5DBA0E4}"/>
                </a:ext>
              </a:extLst>
            </p:cNvPr>
            <p:cNvSpPr/>
            <p:nvPr/>
          </p:nvSpPr>
          <p:spPr>
            <a:xfrm>
              <a:off x="10291392" y="2177876"/>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9BDD97F6-A366-B54A-B889-42E97AFEDE37}"/>
                </a:ext>
              </a:extLst>
            </p:cNvPr>
            <p:cNvSpPr/>
            <p:nvPr/>
          </p:nvSpPr>
          <p:spPr>
            <a:xfrm>
              <a:off x="10291392" y="806363"/>
              <a:ext cx="1130724" cy="11307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a:extLst>
                <a:ext uri="{FF2B5EF4-FFF2-40B4-BE49-F238E27FC236}">
                  <a16:creationId xmlns:a16="http://schemas.microsoft.com/office/drawing/2014/main" id="{58E853BC-EE80-374B-B823-8D51A948C4CF}"/>
                </a:ext>
              </a:extLst>
            </p:cNvPr>
            <p:cNvSpPr/>
            <p:nvPr/>
          </p:nvSpPr>
          <p:spPr>
            <a:xfrm>
              <a:off x="10291392"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29">
              <a:extLst>
                <a:ext uri="{FF2B5EF4-FFF2-40B4-BE49-F238E27FC236}">
                  <a16:creationId xmlns:a16="http://schemas.microsoft.com/office/drawing/2014/main" id="{4B5B70B1-649D-9848-B5D4-6DE04D55F5F0}"/>
                </a:ext>
              </a:extLst>
            </p:cNvPr>
            <p:cNvSpPr/>
            <p:nvPr/>
          </p:nvSpPr>
          <p:spPr>
            <a:xfrm>
              <a:off x="11654256" y="6295201"/>
              <a:ext cx="537744" cy="562799"/>
            </a:xfrm>
            <a:custGeom>
              <a:avLst/>
              <a:gdLst>
                <a:gd name="connsiteX0" fmla="*/ 537744 w 537744"/>
                <a:gd name="connsiteY0" fmla="*/ 0 h 562799"/>
                <a:gd name="connsiteX1" fmla="*/ 537744 w 537744"/>
                <a:gd name="connsiteY1" fmla="*/ 562799 h 562799"/>
                <a:gd name="connsiteX2" fmla="*/ 22 w 537744"/>
                <a:gd name="connsiteY2" fmla="*/ 562799 h 562799"/>
                <a:gd name="connsiteX3" fmla="*/ 0 w 537744"/>
                <a:gd name="connsiteY3" fmla="*/ 562578 h 562799"/>
                <a:gd name="connsiteX4" fmla="*/ 451422 w 537744"/>
                <a:gd name="connsiteY4" fmla="*/ 8702 h 562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99">
                  <a:moveTo>
                    <a:pt x="537744" y="0"/>
                  </a:moveTo>
                  <a:lnTo>
                    <a:pt x="537744" y="562799"/>
                  </a:lnTo>
                  <a:lnTo>
                    <a:pt x="22" y="562799"/>
                  </a:lnTo>
                  <a:lnTo>
                    <a:pt x="0" y="562578"/>
                  </a:ln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30">
              <a:extLst>
                <a:ext uri="{FF2B5EF4-FFF2-40B4-BE49-F238E27FC236}">
                  <a16:creationId xmlns:a16="http://schemas.microsoft.com/office/drawing/2014/main" id="{46A2092A-2157-0A49-937F-BBAE14687DE7}"/>
                </a:ext>
              </a:extLst>
            </p:cNvPr>
            <p:cNvSpPr/>
            <p:nvPr/>
          </p:nvSpPr>
          <p:spPr>
            <a:xfrm>
              <a:off x="11654256" y="4923687"/>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a:extLst>
                <a:ext uri="{FF2B5EF4-FFF2-40B4-BE49-F238E27FC236}">
                  <a16:creationId xmlns:a16="http://schemas.microsoft.com/office/drawing/2014/main" id="{F092371E-D526-AF43-816F-F7AEBA9FF166}"/>
                </a:ext>
              </a:extLst>
            </p:cNvPr>
            <p:cNvSpPr/>
            <p:nvPr/>
          </p:nvSpPr>
          <p:spPr>
            <a:xfrm>
              <a:off x="11654256" y="3552173"/>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32">
              <a:extLst>
                <a:ext uri="{FF2B5EF4-FFF2-40B4-BE49-F238E27FC236}">
                  <a16:creationId xmlns:a16="http://schemas.microsoft.com/office/drawing/2014/main" id="{06995714-B51E-E84A-9FD5-3AD33004E517}"/>
                </a:ext>
              </a:extLst>
            </p:cNvPr>
            <p:cNvSpPr/>
            <p:nvPr/>
          </p:nvSpPr>
          <p:spPr>
            <a:xfrm>
              <a:off x="11654256" y="2180659"/>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33">
              <a:extLst>
                <a:ext uri="{FF2B5EF4-FFF2-40B4-BE49-F238E27FC236}">
                  <a16:creationId xmlns:a16="http://schemas.microsoft.com/office/drawing/2014/main" id="{0FDB0CC5-76AA-6E44-8376-4EE649C1DE42}"/>
                </a:ext>
              </a:extLst>
            </p:cNvPr>
            <p:cNvSpPr/>
            <p:nvPr/>
          </p:nvSpPr>
          <p:spPr>
            <a:xfrm>
              <a:off x="11654256" y="809146"/>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a:extLst>
                <a:ext uri="{FF2B5EF4-FFF2-40B4-BE49-F238E27FC236}">
                  <a16:creationId xmlns:a16="http://schemas.microsoft.com/office/drawing/2014/main" id="{3D981F0B-8982-1C45-8D7C-30E744003823}"/>
                </a:ext>
              </a:extLst>
            </p:cNvPr>
            <p:cNvSpPr/>
            <p:nvPr/>
          </p:nvSpPr>
          <p:spPr>
            <a:xfrm>
              <a:off x="11654256" y="0"/>
              <a:ext cx="537744" cy="562788"/>
            </a:xfrm>
            <a:custGeom>
              <a:avLst/>
              <a:gdLst>
                <a:gd name="connsiteX0" fmla="*/ 21 w 537744"/>
                <a:gd name="connsiteY0" fmla="*/ 0 h 562788"/>
                <a:gd name="connsiteX1" fmla="*/ 537744 w 537744"/>
                <a:gd name="connsiteY1" fmla="*/ 0 h 562788"/>
                <a:gd name="connsiteX2" fmla="*/ 537744 w 537744"/>
                <a:gd name="connsiteY2" fmla="*/ 562788 h 562788"/>
                <a:gd name="connsiteX3" fmla="*/ 451422 w 537744"/>
                <a:gd name="connsiteY3" fmla="*/ 554086 h 562788"/>
                <a:gd name="connsiteX4" fmla="*/ 0 w 537744"/>
                <a:gd name="connsiteY4" fmla="*/ 211 h 562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88">
                  <a:moveTo>
                    <a:pt x="21" y="0"/>
                  </a:moveTo>
                  <a:lnTo>
                    <a:pt x="537744" y="0"/>
                  </a:lnTo>
                  <a:lnTo>
                    <a:pt x="537744" y="562788"/>
                  </a:lnTo>
                  <a:lnTo>
                    <a:pt x="451422" y="554086"/>
                  </a:lnTo>
                  <a:cubicBezTo>
                    <a:pt x="193796" y="501368"/>
                    <a:pt x="0" y="273421"/>
                    <a:pt x="0" y="2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DF76EEB7-1E87-0447-8CD6-DD220CF4EE59}"/>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BA8AE526-3A03-9B41-8C9F-27156E701C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D08D72-182D-C947-B3F7-B74948D0849B}"/>
              </a:ext>
            </a:extLst>
          </p:cNvPr>
          <p:cNvSpPr>
            <a:spLocks noGrp="1"/>
          </p:cNvSpPr>
          <p:nvPr>
            <p:ph type="dt" sz="half" idx="10"/>
          </p:nvPr>
        </p:nvSpPr>
        <p:spPr/>
        <p:txBody>
          <a:bodyPr/>
          <a:lstStyle/>
          <a:p>
            <a:fld id="{45A3F1DB-4E45-4093-BCDD-C8F8B8AAFA2D}" type="datetime1">
              <a:rPr lang="en-US" smtClean="0"/>
              <a:t>4/30/2026</a:t>
            </a:fld>
            <a:endParaRPr lang="en-US" dirty="0"/>
          </a:p>
        </p:txBody>
      </p:sp>
      <p:sp>
        <p:nvSpPr>
          <p:cNvPr id="5" name="Footer Placeholder 4">
            <a:extLst>
              <a:ext uri="{FF2B5EF4-FFF2-40B4-BE49-F238E27FC236}">
                <a16:creationId xmlns:a16="http://schemas.microsoft.com/office/drawing/2014/main" id="{B076E396-D059-AF4D-A1D9-C1347978AAD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F8845B6-87C0-2F4A-8146-00E911CDF70D}"/>
              </a:ext>
            </a:extLst>
          </p:cNvPr>
          <p:cNvSpPr>
            <a:spLocks noGrp="1"/>
          </p:cNvSpPr>
          <p:nvPr>
            <p:ph type="sldNum" sz="quarter" idx="12"/>
          </p:nvPr>
        </p:nvSpPr>
        <p:spPr>
          <a:xfrm>
            <a:off x="7086480" y="6141085"/>
            <a:ext cx="813816" cy="365125"/>
          </a:xfrm>
        </p:spPr>
        <p:txBody>
          <a:bodyPr/>
          <a:lstStyle/>
          <a:p>
            <a:fld id="{49ABCAEC-7D34-E549-A96E-FCEDAADBE4B0}" type="slidenum">
              <a:rPr lang="en-US" smtClean="0"/>
              <a:t>‹N°›</a:t>
            </a:fld>
            <a:endParaRPr lang="en-US"/>
          </a:p>
        </p:txBody>
      </p:sp>
      <p:cxnSp>
        <p:nvCxnSpPr>
          <p:cNvPr id="7" name="Straight Connector 6">
            <a:extLst>
              <a:ext uri="{FF2B5EF4-FFF2-40B4-BE49-F238E27FC236}">
                <a16:creationId xmlns:a16="http://schemas.microsoft.com/office/drawing/2014/main" id="{A78A912D-4325-C449-BF2E-F331A221C695}"/>
              </a:ext>
            </a:extLst>
          </p:cNvPr>
          <p:cNvCxnSpPr>
            <a:cxnSpLocks/>
          </p:cNvCxnSpPr>
          <p:nvPr/>
        </p:nvCxnSpPr>
        <p:spPr>
          <a:xfrm>
            <a:off x="565150" y="6087110"/>
            <a:ext cx="733514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0040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C3803ECC-8207-244B-8051-94AA5304EDD9}"/>
              </a:ext>
            </a:extLst>
          </p:cNvPr>
          <p:cNvGrpSpPr/>
          <p:nvPr/>
        </p:nvGrpSpPr>
        <p:grpSpPr>
          <a:xfrm>
            <a:off x="10290315" y="0"/>
            <a:ext cx="1901686" cy="6858000"/>
            <a:chOff x="10290315" y="0"/>
            <a:chExt cx="1901686" cy="6858000"/>
          </a:xfrm>
        </p:grpSpPr>
        <p:sp>
          <p:nvSpPr>
            <p:cNvPr id="17" name="Freeform 16">
              <a:extLst>
                <a:ext uri="{FF2B5EF4-FFF2-40B4-BE49-F238E27FC236}">
                  <a16:creationId xmlns:a16="http://schemas.microsoft.com/office/drawing/2014/main" id="{CF2E8536-821C-3846-A152-2001B7BA4BC9}"/>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a:extLst>
                <a:ext uri="{FF2B5EF4-FFF2-40B4-BE49-F238E27FC236}">
                  <a16:creationId xmlns:a16="http://schemas.microsoft.com/office/drawing/2014/main" id="{57A02781-FFB4-C04E-97FB-78D26A9E8F1C}"/>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14C29607-37D2-7A4B-98E2-2C851CD6776C}"/>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D12FC7BA-80CC-1C4E-B268-B3EEA08137F1}"/>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BEBC8FB1-96B9-D84A-BD2A-BC8410EBE012}"/>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5A8455B4-A778-B44D-A7E8-C45A4846D9F7}"/>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Vertical Title 1">
            <a:extLst>
              <a:ext uri="{FF2B5EF4-FFF2-40B4-BE49-F238E27FC236}">
                <a16:creationId xmlns:a16="http://schemas.microsoft.com/office/drawing/2014/main" id="{B0407CCA-80EF-2B45-8F8C-7D5796A61BC0}"/>
              </a:ext>
            </a:extLst>
          </p:cNvPr>
          <p:cNvSpPr>
            <a:spLocks noGrp="1"/>
          </p:cNvSpPr>
          <p:nvPr>
            <p:ph type="title" orient="vert"/>
          </p:nvPr>
        </p:nvSpPr>
        <p:spPr>
          <a:xfrm>
            <a:off x="8950095" y="976630"/>
            <a:ext cx="2268507" cy="478459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AA221C3-F2D3-FC4F-938B-4C4CAC7370B1}"/>
              </a:ext>
            </a:extLst>
          </p:cNvPr>
          <p:cNvSpPr>
            <a:spLocks noGrp="1"/>
          </p:cNvSpPr>
          <p:nvPr>
            <p:ph type="body" orient="vert" idx="1"/>
          </p:nvPr>
        </p:nvSpPr>
        <p:spPr>
          <a:xfrm>
            <a:off x="565150" y="976630"/>
            <a:ext cx="8264057" cy="478459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B061B46-3E9A-AC48-8C84-5B46EA1EC583}"/>
              </a:ext>
            </a:extLst>
          </p:cNvPr>
          <p:cNvSpPr>
            <a:spLocks noGrp="1"/>
          </p:cNvSpPr>
          <p:nvPr>
            <p:ph type="dt" sz="half" idx="10"/>
          </p:nvPr>
        </p:nvSpPr>
        <p:spPr/>
        <p:txBody>
          <a:bodyPr/>
          <a:lstStyle/>
          <a:p>
            <a:fld id="{C406D0A6-CAAF-4003-9535-B673A7F3839E}" type="datetime1">
              <a:rPr lang="en-US" smtClean="0"/>
              <a:t>4/30/2026</a:t>
            </a:fld>
            <a:endParaRPr lang="en-US"/>
          </a:p>
        </p:txBody>
      </p:sp>
      <p:sp>
        <p:nvSpPr>
          <p:cNvPr id="5" name="Footer Placeholder 4">
            <a:extLst>
              <a:ext uri="{FF2B5EF4-FFF2-40B4-BE49-F238E27FC236}">
                <a16:creationId xmlns:a16="http://schemas.microsoft.com/office/drawing/2014/main" id="{369F8F49-5859-714C-8EE1-61A74F324E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B6F69-3FFA-D94F-BA99-873D36F7F69D}"/>
              </a:ext>
            </a:extLst>
          </p:cNvPr>
          <p:cNvSpPr>
            <a:spLocks noGrp="1"/>
          </p:cNvSpPr>
          <p:nvPr>
            <p:ph type="sldNum" sz="quarter" idx="12"/>
          </p:nvPr>
        </p:nvSpPr>
        <p:spPr/>
        <p:txBody>
          <a:bodyPr/>
          <a:lstStyle/>
          <a:p>
            <a:fld id="{49ABCAEC-7D34-E549-A96E-FCEDAADBE4B0}" type="slidenum">
              <a:rPr lang="en-US" smtClean="0"/>
              <a:t>‹N°›</a:t>
            </a:fld>
            <a:endParaRPr lang="en-US"/>
          </a:p>
        </p:txBody>
      </p:sp>
      <p:cxnSp>
        <p:nvCxnSpPr>
          <p:cNvPr id="7" name="Straight Connector 6">
            <a:extLst>
              <a:ext uri="{FF2B5EF4-FFF2-40B4-BE49-F238E27FC236}">
                <a16:creationId xmlns:a16="http://schemas.microsoft.com/office/drawing/2014/main" id="{C31B40EC-87DB-A64F-9D4B-98A86F7CEFFF}"/>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628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0D98E2-86CE-4D4F-9F8F-17C83D19A271}"/>
              </a:ext>
            </a:extLst>
          </p:cNvPr>
          <p:cNvSpPr>
            <a:spLocks noGrp="1"/>
          </p:cNvSpPr>
          <p:nvPr>
            <p:ph type="title"/>
          </p:nvPr>
        </p:nvSpPr>
        <p:spPr>
          <a:xfrm>
            <a:off x="565150" y="770890"/>
            <a:ext cx="7335835" cy="1268984"/>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8804B4F2-48A4-A140-B59B-7A2ED9FD4653}"/>
              </a:ext>
            </a:extLst>
          </p:cNvPr>
          <p:cNvSpPr>
            <a:spLocks noGrp="1"/>
          </p:cNvSpPr>
          <p:nvPr>
            <p:ph type="body" idx="1"/>
          </p:nvPr>
        </p:nvSpPr>
        <p:spPr>
          <a:xfrm>
            <a:off x="565150" y="2160016"/>
            <a:ext cx="7335835" cy="360121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FCF4A7E-D5FF-BF48-8E01-8F46150ABFD5}"/>
              </a:ext>
            </a:extLst>
          </p:cNvPr>
          <p:cNvSpPr>
            <a:spLocks noGrp="1"/>
          </p:cNvSpPr>
          <p:nvPr>
            <p:ph type="dt" sz="half" idx="2"/>
          </p:nvPr>
        </p:nvSpPr>
        <p:spPr>
          <a:xfrm>
            <a:off x="566928" y="457200"/>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fld id="{7C3C0FAA-44CF-4B8D-B041-BE7FB7D95AC5}" type="datetime1">
              <a:rPr lang="en-US" smtClean="0"/>
              <a:t>4/30/2026</a:t>
            </a:fld>
            <a:endParaRPr lang="en-US" dirty="0"/>
          </a:p>
        </p:txBody>
      </p:sp>
      <p:sp>
        <p:nvSpPr>
          <p:cNvPr id="5" name="Footer Placeholder 4">
            <a:extLst>
              <a:ext uri="{FF2B5EF4-FFF2-40B4-BE49-F238E27FC236}">
                <a16:creationId xmlns:a16="http://schemas.microsoft.com/office/drawing/2014/main" id="{CA131757-5039-BF46-B47A-50DA8FFBC078}"/>
              </a:ext>
            </a:extLst>
          </p:cNvPr>
          <p:cNvSpPr>
            <a:spLocks noGrp="1"/>
          </p:cNvSpPr>
          <p:nvPr>
            <p:ph type="ftr" sz="quarter" idx="3"/>
          </p:nvPr>
        </p:nvSpPr>
        <p:spPr>
          <a:xfrm>
            <a:off x="565150" y="6141085"/>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endParaRPr lang="en-US" dirty="0"/>
          </a:p>
        </p:txBody>
      </p:sp>
      <p:sp>
        <p:nvSpPr>
          <p:cNvPr id="6" name="Slide Number Placeholder 5">
            <a:extLst>
              <a:ext uri="{FF2B5EF4-FFF2-40B4-BE49-F238E27FC236}">
                <a16:creationId xmlns:a16="http://schemas.microsoft.com/office/drawing/2014/main" id="{AA83FD16-4337-B940-905E-D20A26FD483A}"/>
              </a:ext>
            </a:extLst>
          </p:cNvPr>
          <p:cNvSpPr>
            <a:spLocks noGrp="1"/>
          </p:cNvSpPr>
          <p:nvPr>
            <p:ph type="sldNum" sz="quarter" idx="4"/>
          </p:nvPr>
        </p:nvSpPr>
        <p:spPr>
          <a:xfrm>
            <a:off x="10809678" y="6141085"/>
            <a:ext cx="813816" cy="365125"/>
          </a:xfrm>
          <a:prstGeom prst="rect">
            <a:avLst/>
          </a:prstGeom>
        </p:spPr>
        <p:txBody>
          <a:bodyPr vert="horz" lIns="91440" tIns="45720" rIns="91440" bIns="45720" rtlCol="0" anchor="ctr"/>
          <a:lstStyle>
            <a:lvl1pPr algn="r">
              <a:defRPr sz="1050" b="0" i="0">
                <a:solidFill>
                  <a:schemeClr val="tx1">
                    <a:tint val="75000"/>
                  </a:schemeClr>
                </a:solidFill>
                <a:latin typeface="+mn-lt"/>
              </a:defRPr>
            </a:lvl1pPr>
          </a:lstStyle>
          <a:p>
            <a:fld id="{49ABCAEC-7D34-E549-A96E-FCEDAADBE4B0}" type="slidenum">
              <a:rPr lang="en-US" smtClean="0"/>
              <a:pPr/>
              <a:t>‹N°›</a:t>
            </a:fld>
            <a:endParaRPr lang="en-US" dirty="0"/>
          </a:p>
        </p:txBody>
      </p:sp>
    </p:spTree>
    <p:extLst>
      <p:ext uri="{BB962C8B-B14F-4D97-AF65-F5344CB8AC3E}">
        <p14:creationId xmlns:p14="http://schemas.microsoft.com/office/powerpoint/2010/main" val="1422551696"/>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hf hdr="0" ftr="0" dt="0"/>
  <p:txStyles>
    <p:title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66F2B51C-9578-EB41-A17E-FFF9D491ADA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6858000"/>
            <a:chOff x="10290315" y="0"/>
            <a:chExt cx="1901686" cy="6858000"/>
          </a:xfrm>
        </p:grpSpPr>
        <p:sp>
          <p:nvSpPr>
            <p:cNvPr id="12" name="Oval 11">
              <a:extLst>
                <a:ext uri="{FF2B5EF4-FFF2-40B4-BE49-F238E27FC236}">
                  <a16:creationId xmlns:a16="http://schemas.microsoft.com/office/drawing/2014/main" id="{14E9CAEA-4CF4-D249-8127-CD2FA20187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85">
              <a:extLst>
                <a:ext uri="{FF2B5EF4-FFF2-40B4-BE49-F238E27FC236}">
                  <a16:creationId xmlns:a16="http://schemas.microsoft.com/office/drawing/2014/main" id="{E51EDD93-C3A3-DF47-BCFC-43B049E34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86">
              <a:extLst>
                <a:ext uri="{FF2B5EF4-FFF2-40B4-BE49-F238E27FC236}">
                  <a16:creationId xmlns:a16="http://schemas.microsoft.com/office/drawing/2014/main" id="{D574DB0D-896A-D649-89B1-33753E1D46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87">
              <a:extLst>
                <a:ext uri="{FF2B5EF4-FFF2-40B4-BE49-F238E27FC236}">
                  <a16:creationId xmlns:a16="http://schemas.microsoft.com/office/drawing/2014/main" id="{62256DD9-FEA3-4A40-80D1-B33F0FF158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88">
              <a:extLst>
                <a:ext uri="{FF2B5EF4-FFF2-40B4-BE49-F238E27FC236}">
                  <a16:creationId xmlns:a16="http://schemas.microsoft.com/office/drawing/2014/main" id="{534E9839-EAD7-3C49-8D10-E4BFE08208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89">
              <a:extLst>
                <a:ext uri="{FF2B5EF4-FFF2-40B4-BE49-F238E27FC236}">
                  <a16:creationId xmlns:a16="http://schemas.microsoft.com/office/drawing/2014/main" id="{DDFC3FA6-9BB5-A34E-9337-A2E9A1EED9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97">
              <a:extLst>
                <a:ext uri="{FF2B5EF4-FFF2-40B4-BE49-F238E27FC236}">
                  <a16:creationId xmlns:a16="http://schemas.microsoft.com/office/drawing/2014/main" id="{45000D9E-4AD7-5A4F-8E99-302F388C83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re 1">
            <a:extLst>
              <a:ext uri="{FF2B5EF4-FFF2-40B4-BE49-F238E27FC236}">
                <a16:creationId xmlns:a16="http://schemas.microsoft.com/office/drawing/2014/main" id="{097B02A2-4F33-D396-FE4D-2003E3301999}"/>
              </a:ext>
            </a:extLst>
          </p:cNvPr>
          <p:cNvSpPr>
            <a:spLocks noGrp="1"/>
          </p:cNvSpPr>
          <p:nvPr>
            <p:ph type="ctrTitle"/>
          </p:nvPr>
        </p:nvSpPr>
        <p:spPr>
          <a:xfrm>
            <a:off x="4673460" y="1610353"/>
            <a:ext cx="6479629" cy="2866405"/>
          </a:xfrm>
        </p:spPr>
        <p:txBody>
          <a:bodyPr>
            <a:normAutofit/>
          </a:bodyPr>
          <a:lstStyle/>
          <a:p>
            <a:r>
              <a:rPr lang="fr-FR" dirty="0">
                <a:latin typeface="Aptos" panose="020B0004020202020204" pitchFamily="34" charset="0"/>
              </a:rPr>
              <a:t>Analyse des ventes</a:t>
            </a:r>
          </a:p>
        </p:txBody>
      </p:sp>
      <p:sp>
        <p:nvSpPr>
          <p:cNvPr id="3" name="Sous-titre 2">
            <a:extLst>
              <a:ext uri="{FF2B5EF4-FFF2-40B4-BE49-F238E27FC236}">
                <a16:creationId xmlns:a16="http://schemas.microsoft.com/office/drawing/2014/main" id="{3844A472-BD61-7767-E902-EFF98577834A}"/>
              </a:ext>
            </a:extLst>
          </p:cNvPr>
          <p:cNvSpPr>
            <a:spLocks noGrp="1"/>
          </p:cNvSpPr>
          <p:nvPr>
            <p:ph type="subTitle" idx="1"/>
          </p:nvPr>
        </p:nvSpPr>
        <p:spPr>
          <a:xfrm>
            <a:off x="4739751" y="4283239"/>
            <a:ext cx="6479629" cy="1475177"/>
          </a:xfrm>
        </p:spPr>
        <p:txBody>
          <a:bodyPr>
            <a:normAutofit/>
          </a:bodyPr>
          <a:lstStyle/>
          <a:p>
            <a:r>
              <a:rPr lang="fr-FR" sz="2800" dirty="0">
                <a:latin typeface="Aptos" panose="020B0004020202020204" pitchFamily="34" charset="0"/>
              </a:rPr>
              <a:t>LAPAGE</a:t>
            </a:r>
          </a:p>
        </p:txBody>
      </p:sp>
      <p:pic>
        <p:nvPicPr>
          <p:cNvPr id="4" name="Picture 3">
            <a:extLst>
              <a:ext uri="{FF2B5EF4-FFF2-40B4-BE49-F238E27FC236}">
                <a16:creationId xmlns:a16="http://schemas.microsoft.com/office/drawing/2014/main" id="{FC189478-D774-A32D-0FAC-42A4F5B14CF6}"/>
              </a:ext>
            </a:extLst>
          </p:cNvPr>
          <p:cNvPicPr>
            <a:picLocks noChangeAspect="1"/>
          </p:cNvPicPr>
          <p:nvPr/>
        </p:nvPicPr>
        <p:blipFill>
          <a:blip r:embed="rId2"/>
          <a:srcRect l="25896" r="13250"/>
          <a:stretch>
            <a:fillRect/>
          </a:stretch>
        </p:blipFill>
        <p:spPr>
          <a:xfrm>
            <a:off x="20" y="1"/>
            <a:ext cx="4173349" cy="6857999"/>
          </a:xfrm>
          <a:prstGeom prst="rect">
            <a:avLst/>
          </a:prstGeom>
        </p:spPr>
      </p:pic>
      <p:cxnSp>
        <p:nvCxnSpPr>
          <p:cNvPr id="20" name="Straight Connector 19">
            <a:extLst>
              <a:ext uri="{FF2B5EF4-FFF2-40B4-BE49-F238E27FC236}">
                <a16:creationId xmlns:a16="http://schemas.microsoft.com/office/drawing/2014/main" id="{EEA70831-9A8D-3B4D-8EA5-EE32F93E94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39752" y="6087110"/>
            <a:ext cx="688374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Espace réservé du numéro de diapositive 4">
            <a:extLst>
              <a:ext uri="{FF2B5EF4-FFF2-40B4-BE49-F238E27FC236}">
                <a16:creationId xmlns:a16="http://schemas.microsoft.com/office/drawing/2014/main" id="{245F390C-4324-61D7-673E-38E15D7D684D}"/>
              </a:ext>
            </a:extLst>
          </p:cNvPr>
          <p:cNvSpPr>
            <a:spLocks noGrp="1"/>
          </p:cNvSpPr>
          <p:nvPr>
            <p:ph type="sldNum" sz="quarter" idx="12"/>
          </p:nvPr>
        </p:nvSpPr>
        <p:spPr/>
        <p:txBody>
          <a:bodyPr/>
          <a:lstStyle/>
          <a:p>
            <a:fld id="{49ABCAEC-7D34-E549-A96E-FCEDAADBE4B0}" type="slidenum">
              <a:rPr lang="en-US" smtClean="0"/>
              <a:t>1</a:t>
            </a:fld>
            <a:endParaRPr lang="en-US" dirty="0"/>
          </a:p>
        </p:txBody>
      </p:sp>
      <p:sp>
        <p:nvSpPr>
          <p:cNvPr id="6" name="ZoneTexte 5">
            <a:extLst>
              <a:ext uri="{FF2B5EF4-FFF2-40B4-BE49-F238E27FC236}">
                <a16:creationId xmlns:a16="http://schemas.microsoft.com/office/drawing/2014/main" id="{3A3B5EAA-9AAF-91F1-70DF-37BA9CE1747F}"/>
              </a:ext>
            </a:extLst>
          </p:cNvPr>
          <p:cNvSpPr txBox="1"/>
          <p:nvPr/>
        </p:nvSpPr>
        <p:spPr>
          <a:xfrm>
            <a:off x="9397822" y="6185147"/>
            <a:ext cx="3438144" cy="276999"/>
          </a:xfrm>
          <a:prstGeom prst="rect">
            <a:avLst/>
          </a:prstGeom>
          <a:noFill/>
        </p:spPr>
        <p:txBody>
          <a:bodyPr wrap="square" rtlCol="0">
            <a:spAutoFit/>
          </a:bodyPr>
          <a:lstStyle/>
          <a:p>
            <a:r>
              <a:rPr lang="fr-FR" sz="1200" dirty="0">
                <a:latin typeface="Aptos" panose="020B0004020202020204" pitchFamily="34" charset="0"/>
              </a:rPr>
              <a:t>Claudie Humbert – Data Analyst</a:t>
            </a:r>
          </a:p>
        </p:txBody>
      </p:sp>
    </p:spTree>
    <p:extLst>
      <p:ext uri="{BB962C8B-B14F-4D97-AF65-F5344CB8AC3E}">
        <p14:creationId xmlns:p14="http://schemas.microsoft.com/office/powerpoint/2010/main" val="4035388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3">
            <a:extLst>
              <a:ext uri="{FF2B5EF4-FFF2-40B4-BE49-F238E27FC236}">
                <a16:creationId xmlns:a16="http://schemas.microsoft.com/office/drawing/2014/main" id="{38F419FE-0D92-5485-3971-B6A32E1D201E}"/>
              </a:ext>
            </a:extLst>
          </p:cNvPr>
          <p:cNvPicPr>
            <a:picLocks noChangeAspect="1"/>
          </p:cNvPicPr>
          <p:nvPr/>
        </p:nvPicPr>
        <p:blipFill>
          <a:blip r:embed="rId2"/>
          <a:srcRect l="25896" r="13250"/>
          <a:stretch>
            <a:fillRect/>
          </a:stretch>
        </p:blipFill>
        <p:spPr>
          <a:xfrm>
            <a:off x="-3517753" y="1"/>
            <a:ext cx="4173349" cy="6857999"/>
          </a:xfrm>
          <a:prstGeom prst="rect">
            <a:avLst/>
          </a:prstGeom>
          <a:ln>
            <a:solidFill>
              <a:schemeClr val="bg2">
                <a:lumMod val="75000"/>
              </a:schemeClr>
            </a:solidFill>
          </a:ln>
        </p:spPr>
      </p:pic>
      <p:sp>
        <p:nvSpPr>
          <p:cNvPr id="5" name="Espace réservé du numéro de diapositive 4">
            <a:extLst>
              <a:ext uri="{FF2B5EF4-FFF2-40B4-BE49-F238E27FC236}">
                <a16:creationId xmlns:a16="http://schemas.microsoft.com/office/drawing/2014/main" id="{17D24690-7406-9BD3-D263-4D86B1F54AA1}"/>
              </a:ext>
            </a:extLst>
          </p:cNvPr>
          <p:cNvSpPr>
            <a:spLocks noGrp="1"/>
          </p:cNvSpPr>
          <p:nvPr>
            <p:ph type="sldNum" sz="quarter" idx="12"/>
          </p:nvPr>
        </p:nvSpPr>
        <p:spPr/>
        <p:txBody>
          <a:bodyPr/>
          <a:lstStyle/>
          <a:p>
            <a:fld id="{49ABCAEC-7D34-E549-A96E-FCEDAADBE4B0}" type="slidenum">
              <a:rPr lang="en-US" smtClean="0"/>
              <a:t>2</a:t>
            </a:fld>
            <a:endParaRPr lang="en-US"/>
          </a:p>
        </p:txBody>
      </p:sp>
      <p:sp>
        <p:nvSpPr>
          <p:cNvPr id="4" name="Titre 3">
            <a:extLst>
              <a:ext uri="{FF2B5EF4-FFF2-40B4-BE49-F238E27FC236}">
                <a16:creationId xmlns:a16="http://schemas.microsoft.com/office/drawing/2014/main" id="{E10A7C16-CE86-BABE-D025-F63CCE82F182}"/>
              </a:ext>
            </a:extLst>
          </p:cNvPr>
          <p:cNvSpPr>
            <a:spLocks noGrp="1"/>
          </p:cNvSpPr>
          <p:nvPr>
            <p:ph type="title"/>
          </p:nvPr>
        </p:nvSpPr>
        <p:spPr>
          <a:xfrm>
            <a:off x="874671" y="199390"/>
            <a:ext cx="7335835" cy="1268984"/>
          </a:xfrm>
        </p:spPr>
        <p:txBody>
          <a:bodyPr/>
          <a:lstStyle/>
          <a:p>
            <a:r>
              <a:rPr lang="fr-FR" dirty="0">
                <a:latin typeface="Aptos" panose="020B0004020202020204" pitchFamily="34" charset="0"/>
              </a:rPr>
              <a:t>Chiffre d’affaires</a:t>
            </a:r>
          </a:p>
        </p:txBody>
      </p:sp>
      <p:sp>
        <p:nvSpPr>
          <p:cNvPr id="10" name="ZoneTexte 9">
            <a:extLst>
              <a:ext uri="{FF2B5EF4-FFF2-40B4-BE49-F238E27FC236}">
                <a16:creationId xmlns:a16="http://schemas.microsoft.com/office/drawing/2014/main" id="{59F531EC-B420-9657-8A94-6CB59AB9C5B3}"/>
              </a:ext>
            </a:extLst>
          </p:cNvPr>
          <p:cNvSpPr txBox="1"/>
          <p:nvPr/>
        </p:nvSpPr>
        <p:spPr>
          <a:xfrm>
            <a:off x="655596" y="6185147"/>
            <a:ext cx="3438144" cy="276999"/>
          </a:xfrm>
          <a:prstGeom prst="rect">
            <a:avLst/>
          </a:prstGeom>
          <a:noFill/>
        </p:spPr>
        <p:txBody>
          <a:bodyPr wrap="square" rtlCol="0">
            <a:spAutoFit/>
          </a:bodyPr>
          <a:lstStyle/>
          <a:p>
            <a:r>
              <a:rPr lang="fr-FR" sz="1200" dirty="0">
                <a:latin typeface="Aptos" panose="020B0004020202020204" pitchFamily="34" charset="0"/>
              </a:rPr>
              <a:t>Claudie Humbert – Data Analyst</a:t>
            </a:r>
          </a:p>
        </p:txBody>
      </p:sp>
      <p:sp>
        <p:nvSpPr>
          <p:cNvPr id="17" name="Demi-cadre 16">
            <a:extLst>
              <a:ext uri="{FF2B5EF4-FFF2-40B4-BE49-F238E27FC236}">
                <a16:creationId xmlns:a16="http://schemas.microsoft.com/office/drawing/2014/main" id="{F788D210-7F17-DB6E-4A4F-5610AF0F3530}"/>
              </a:ext>
            </a:extLst>
          </p:cNvPr>
          <p:cNvSpPr/>
          <p:nvPr/>
        </p:nvSpPr>
        <p:spPr>
          <a:xfrm rot="10800000">
            <a:off x="830262" y="423424"/>
            <a:ext cx="4173349" cy="452487"/>
          </a:xfrm>
          <a:prstGeom prst="halfFrame">
            <a:avLst>
              <a:gd name="adj1" fmla="val 14583"/>
              <a:gd name="adj2" fmla="val 14583"/>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pic>
        <p:nvPicPr>
          <p:cNvPr id="20" name="Image 19">
            <a:extLst>
              <a:ext uri="{FF2B5EF4-FFF2-40B4-BE49-F238E27FC236}">
                <a16:creationId xmlns:a16="http://schemas.microsoft.com/office/drawing/2014/main" id="{343D7904-6842-937F-E410-4ABCE781E263}"/>
              </a:ext>
            </a:extLst>
          </p:cNvPr>
          <p:cNvPicPr>
            <a:picLocks noChangeAspect="1"/>
          </p:cNvPicPr>
          <p:nvPr/>
        </p:nvPicPr>
        <p:blipFill>
          <a:blip r:embed="rId3"/>
          <a:stretch>
            <a:fillRect/>
          </a:stretch>
        </p:blipFill>
        <p:spPr>
          <a:xfrm>
            <a:off x="830263" y="1821636"/>
            <a:ext cx="5787354" cy="2844632"/>
          </a:xfrm>
          <a:prstGeom prst="rect">
            <a:avLst/>
          </a:prstGeom>
        </p:spPr>
      </p:pic>
      <p:pic>
        <p:nvPicPr>
          <p:cNvPr id="22" name="Image 21">
            <a:extLst>
              <a:ext uri="{FF2B5EF4-FFF2-40B4-BE49-F238E27FC236}">
                <a16:creationId xmlns:a16="http://schemas.microsoft.com/office/drawing/2014/main" id="{EF67D11D-BE4D-EA71-DFE7-52B1E879A634}"/>
              </a:ext>
            </a:extLst>
          </p:cNvPr>
          <p:cNvPicPr>
            <a:picLocks noChangeAspect="1"/>
          </p:cNvPicPr>
          <p:nvPr/>
        </p:nvPicPr>
        <p:blipFill>
          <a:blip r:embed="rId4"/>
          <a:stretch>
            <a:fillRect/>
          </a:stretch>
        </p:blipFill>
        <p:spPr>
          <a:xfrm>
            <a:off x="6964073" y="1947205"/>
            <a:ext cx="4397664" cy="2593494"/>
          </a:xfrm>
          <a:prstGeom prst="rect">
            <a:avLst/>
          </a:prstGeom>
        </p:spPr>
      </p:pic>
      <p:sp>
        <p:nvSpPr>
          <p:cNvPr id="2" name="ZoneTexte 1">
            <a:extLst>
              <a:ext uri="{FF2B5EF4-FFF2-40B4-BE49-F238E27FC236}">
                <a16:creationId xmlns:a16="http://schemas.microsoft.com/office/drawing/2014/main" id="{E748EED8-779F-D481-1535-3EB55A210173}"/>
              </a:ext>
            </a:extLst>
          </p:cNvPr>
          <p:cNvSpPr txBox="1"/>
          <p:nvPr/>
        </p:nvSpPr>
        <p:spPr>
          <a:xfrm>
            <a:off x="1527142" y="4917876"/>
            <a:ext cx="9473938" cy="738664"/>
          </a:xfrm>
          <a:prstGeom prst="rect">
            <a:avLst/>
          </a:prstGeom>
          <a:noFill/>
        </p:spPr>
        <p:txBody>
          <a:bodyPr wrap="square" rtlCol="0">
            <a:spAutoFit/>
          </a:bodyPr>
          <a:lstStyle/>
          <a:p>
            <a:pPr algn="ctr"/>
            <a:r>
              <a:rPr lang="fr-FR" sz="1400" dirty="0">
                <a:latin typeface="Aptos" panose="020B0004020202020204" pitchFamily="34" charset="0"/>
              </a:rPr>
              <a:t>On observe une baisse du chiffre d’affaires après un pic au début de l’année 2022.</a:t>
            </a:r>
          </a:p>
          <a:p>
            <a:pPr algn="ctr"/>
            <a:endParaRPr lang="fr-FR" sz="1400" dirty="0">
              <a:latin typeface="Aptos" panose="020B0004020202020204" pitchFamily="34" charset="0"/>
            </a:endParaRPr>
          </a:p>
          <a:p>
            <a:pPr algn="ctr"/>
            <a:r>
              <a:rPr lang="fr-FR" sz="1400" dirty="0">
                <a:latin typeface="Aptos" panose="020B0004020202020204" pitchFamily="34" charset="0"/>
              </a:rPr>
              <a:t>Il est également à noter que la répartition du chiffre d’affaires est inégale entre les trois catégories. </a:t>
            </a:r>
            <a:endParaRPr lang="fr-FR" sz="1200" dirty="0">
              <a:latin typeface="Aptos" panose="020B0004020202020204" pitchFamily="34" charset="0"/>
            </a:endParaRPr>
          </a:p>
        </p:txBody>
      </p:sp>
    </p:spTree>
    <p:extLst>
      <p:ext uri="{BB962C8B-B14F-4D97-AF65-F5344CB8AC3E}">
        <p14:creationId xmlns:p14="http://schemas.microsoft.com/office/powerpoint/2010/main" val="1660881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6F05F-079C-C857-A863-E75910FEBBF2}"/>
            </a:ext>
          </a:extLst>
        </p:cNvPr>
        <p:cNvGrpSpPr/>
        <p:nvPr/>
      </p:nvGrpSpPr>
      <p:grpSpPr>
        <a:xfrm>
          <a:off x="0" y="0"/>
          <a:ext cx="0" cy="0"/>
          <a:chOff x="0" y="0"/>
          <a:chExt cx="0" cy="0"/>
        </a:xfrm>
      </p:grpSpPr>
      <p:pic>
        <p:nvPicPr>
          <p:cNvPr id="9" name="Picture 3">
            <a:extLst>
              <a:ext uri="{FF2B5EF4-FFF2-40B4-BE49-F238E27FC236}">
                <a16:creationId xmlns:a16="http://schemas.microsoft.com/office/drawing/2014/main" id="{74D0A610-53C8-0DC1-9871-BA43EF80434A}"/>
              </a:ext>
            </a:extLst>
          </p:cNvPr>
          <p:cNvPicPr>
            <a:picLocks noChangeAspect="1"/>
          </p:cNvPicPr>
          <p:nvPr/>
        </p:nvPicPr>
        <p:blipFill>
          <a:blip r:embed="rId2"/>
          <a:srcRect l="25896" r="13250"/>
          <a:stretch>
            <a:fillRect/>
          </a:stretch>
        </p:blipFill>
        <p:spPr>
          <a:xfrm>
            <a:off x="-3517753" y="1"/>
            <a:ext cx="4173349" cy="6857999"/>
          </a:xfrm>
          <a:prstGeom prst="rect">
            <a:avLst/>
          </a:prstGeom>
          <a:ln>
            <a:solidFill>
              <a:schemeClr val="bg2">
                <a:lumMod val="75000"/>
              </a:schemeClr>
            </a:solidFill>
          </a:ln>
        </p:spPr>
      </p:pic>
      <p:sp>
        <p:nvSpPr>
          <p:cNvPr id="5" name="Espace réservé du numéro de diapositive 4">
            <a:extLst>
              <a:ext uri="{FF2B5EF4-FFF2-40B4-BE49-F238E27FC236}">
                <a16:creationId xmlns:a16="http://schemas.microsoft.com/office/drawing/2014/main" id="{27018133-E800-58F5-94F5-817F947EFA90}"/>
              </a:ext>
            </a:extLst>
          </p:cNvPr>
          <p:cNvSpPr>
            <a:spLocks noGrp="1"/>
          </p:cNvSpPr>
          <p:nvPr>
            <p:ph type="sldNum" sz="quarter" idx="12"/>
          </p:nvPr>
        </p:nvSpPr>
        <p:spPr/>
        <p:txBody>
          <a:bodyPr/>
          <a:lstStyle/>
          <a:p>
            <a:fld id="{49ABCAEC-7D34-E549-A96E-FCEDAADBE4B0}" type="slidenum">
              <a:rPr lang="en-US" smtClean="0"/>
              <a:t>3</a:t>
            </a:fld>
            <a:endParaRPr lang="en-US"/>
          </a:p>
        </p:txBody>
      </p:sp>
      <p:sp>
        <p:nvSpPr>
          <p:cNvPr id="4" name="Titre 3">
            <a:extLst>
              <a:ext uri="{FF2B5EF4-FFF2-40B4-BE49-F238E27FC236}">
                <a16:creationId xmlns:a16="http://schemas.microsoft.com/office/drawing/2014/main" id="{7DF2DAF0-36B7-B909-BEFF-638F0039A8DB}"/>
              </a:ext>
            </a:extLst>
          </p:cNvPr>
          <p:cNvSpPr>
            <a:spLocks noGrp="1"/>
          </p:cNvSpPr>
          <p:nvPr>
            <p:ph type="title"/>
          </p:nvPr>
        </p:nvSpPr>
        <p:spPr>
          <a:xfrm>
            <a:off x="874671" y="199390"/>
            <a:ext cx="7335835" cy="1268984"/>
          </a:xfrm>
        </p:spPr>
        <p:txBody>
          <a:bodyPr/>
          <a:lstStyle/>
          <a:p>
            <a:r>
              <a:rPr lang="fr-FR" dirty="0">
                <a:latin typeface="Aptos" panose="020B0004020202020204" pitchFamily="34" charset="0"/>
              </a:rPr>
              <a:t>Chiffre d’affaires</a:t>
            </a:r>
          </a:p>
        </p:txBody>
      </p:sp>
      <p:sp>
        <p:nvSpPr>
          <p:cNvPr id="10" name="ZoneTexte 9">
            <a:extLst>
              <a:ext uri="{FF2B5EF4-FFF2-40B4-BE49-F238E27FC236}">
                <a16:creationId xmlns:a16="http://schemas.microsoft.com/office/drawing/2014/main" id="{408CB296-85EB-449F-5089-DD2B241F7620}"/>
              </a:ext>
            </a:extLst>
          </p:cNvPr>
          <p:cNvSpPr txBox="1"/>
          <p:nvPr/>
        </p:nvSpPr>
        <p:spPr>
          <a:xfrm>
            <a:off x="655596" y="6185147"/>
            <a:ext cx="3438144" cy="276999"/>
          </a:xfrm>
          <a:prstGeom prst="rect">
            <a:avLst/>
          </a:prstGeom>
          <a:noFill/>
        </p:spPr>
        <p:txBody>
          <a:bodyPr wrap="square" rtlCol="0">
            <a:spAutoFit/>
          </a:bodyPr>
          <a:lstStyle/>
          <a:p>
            <a:r>
              <a:rPr lang="fr-FR" sz="1200" dirty="0">
                <a:latin typeface="Aptos" panose="020B0004020202020204" pitchFamily="34" charset="0"/>
              </a:rPr>
              <a:t>Claudie Humbert – Data Analyst</a:t>
            </a:r>
          </a:p>
        </p:txBody>
      </p:sp>
      <p:sp>
        <p:nvSpPr>
          <p:cNvPr id="17" name="Demi-cadre 16">
            <a:extLst>
              <a:ext uri="{FF2B5EF4-FFF2-40B4-BE49-F238E27FC236}">
                <a16:creationId xmlns:a16="http://schemas.microsoft.com/office/drawing/2014/main" id="{1D469ACA-9359-6F5D-CA16-2CC66235D861}"/>
              </a:ext>
            </a:extLst>
          </p:cNvPr>
          <p:cNvSpPr/>
          <p:nvPr/>
        </p:nvSpPr>
        <p:spPr>
          <a:xfrm rot="10800000">
            <a:off x="830262" y="423424"/>
            <a:ext cx="4173349" cy="452487"/>
          </a:xfrm>
          <a:prstGeom prst="halfFrame">
            <a:avLst>
              <a:gd name="adj1" fmla="val 14583"/>
              <a:gd name="adj2" fmla="val 14583"/>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pic>
        <p:nvPicPr>
          <p:cNvPr id="2" name="Image 1">
            <a:extLst>
              <a:ext uri="{FF2B5EF4-FFF2-40B4-BE49-F238E27FC236}">
                <a16:creationId xmlns:a16="http://schemas.microsoft.com/office/drawing/2014/main" id="{37F66642-023C-4E89-FD83-0F27FF20D6BD}"/>
              </a:ext>
            </a:extLst>
          </p:cNvPr>
          <p:cNvPicPr>
            <a:picLocks noChangeAspect="1"/>
          </p:cNvPicPr>
          <p:nvPr/>
        </p:nvPicPr>
        <p:blipFill>
          <a:blip r:embed="rId3"/>
          <a:stretch>
            <a:fillRect/>
          </a:stretch>
        </p:blipFill>
        <p:spPr>
          <a:xfrm>
            <a:off x="963474" y="1880308"/>
            <a:ext cx="6792187" cy="3097384"/>
          </a:xfrm>
          <a:prstGeom prst="rect">
            <a:avLst/>
          </a:prstGeom>
        </p:spPr>
      </p:pic>
      <p:sp>
        <p:nvSpPr>
          <p:cNvPr id="6" name="ZoneTexte 5">
            <a:extLst>
              <a:ext uri="{FF2B5EF4-FFF2-40B4-BE49-F238E27FC236}">
                <a16:creationId xmlns:a16="http://schemas.microsoft.com/office/drawing/2014/main" id="{FE6BA130-E0ED-F6DC-AD29-85B32D23C252}"/>
              </a:ext>
            </a:extLst>
          </p:cNvPr>
          <p:cNvSpPr txBox="1"/>
          <p:nvPr/>
        </p:nvSpPr>
        <p:spPr>
          <a:xfrm>
            <a:off x="8039753" y="2995763"/>
            <a:ext cx="3176833" cy="1200329"/>
          </a:xfrm>
          <a:prstGeom prst="rect">
            <a:avLst/>
          </a:prstGeom>
          <a:noFill/>
        </p:spPr>
        <p:txBody>
          <a:bodyPr wrap="square" rtlCol="0">
            <a:spAutoFit/>
          </a:bodyPr>
          <a:lstStyle/>
          <a:p>
            <a:r>
              <a:rPr lang="fr-FR" sz="1600" dirty="0">
                <a:latin typeface="Aptos" panose="020B0004020202020204" pitchFamily="34" charset="0"/>
              </a:rPr>
              <a:t>La catégorie 1 domine presque chaque mois, c’est le moteur principal de l’activité. </a:t>
            </a:r>
          </a:p>
          <a:p>
            <a:endParaRPr lang="fr-FR" sz="1200" dirty="0">
              <a:latin typeface="Aptos" panose="020B0004020202020204" pitchFamily="34" charset="0"/>
            </a:endParaRPr>
          </a:p>
          <a:p>
            <a:endParaRPr lang="fr-FR" sz="1200" dirty="0">
              <a:latin typeface="Aptos" panose="020B0004020202020204" pitchFamily="34" charset="0"/>
            </a:endParaRPr>
          </a:p>
        </p:txBody>
      </p:sp>
    </p:spTree>
    <p:extLst>
      <p:ext uri="{BB962C8B-B14F-4D97-AF65-F5344CB8AC3E}">
        <p14:creationId xmlns:p14="http://schemas.microsoft.com/office/powerpoint/2010/main" val="3229679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42583-2FAB-61B3-58A6-3B51C53AA21D}"/>
            </a:ext>
          </a:extLst>
        </p:cNvPr>
        <p:cNvGrpSpPr/>
        <p:nvPr/>
      </p:nvGrpSpPr>
      <p:grpSpPr>
        <a:xfrm>
          <a:off x="0" y="0"/>
          <a:ext cx="0" cy="0"/>
          <a:chOff x="0" y="0"/>
          <a:chExt cx="0" cy="0"/>
        </a:xfrm>
      </p:grpSpPr>
      <p:pic>
        <p:nvPicPr>
          <p:cNvPr id="9" name="Picture 3">
            <a:extLst>
              <a:ext uri="{FF2B5EF4-FFF2-40B4-BE49-F238E27FC236}">
                <a16:creationId xmlns:a16="http://schemas.microsoft.com/office/drawing/2014/main" id="{1E231A55-6D68-42BB-513C-EE5D43B565F4}"/>
              </a:ext>
            </a:extLst>
          </p:cNvPr>
          <p:cNvPicPr>
            <a:picLocks noChangeAspect="1"/>
          </p:cNvPicPr>
          <p:nvPr/>
        </p:nvPicPr>
        <p:blipFill>
          <a:blip r:embed="rId2"/>
          <a:srcRect l="25896" r="13250"/>
          <a:stretch>
            <a:fillRect/>
          </a:stretch>
        </p:blipFill>
        <p:spPr>
          <a:xfrm>
            <a:off x="-3517753" y="1"/>
            <a:ext cx="4173349" cy="6857999"/>
          </a:xfrm>
          <a:prstGeom prst="rect">
            <a:avLst/>
          </a:prstGeom>
          <a:ln>
            <a:solidFill>
              <a:schemeClr val="bg2">
                <a:lumMod val="75000"/>
              </a:schemeClr>
            </a:solidFill>
          </a:ln>
        </p:spPr>
      </p:pic>
      <p:sp>
        <p:nvSpPr>
          <p:cNvPr id="5" name="Espace réservé du numéro de diapositive 4">
            <a:extLst>
              <a:ext uri="{FF2B5EF4-FFF2-40B4-BE49-F238E27FC236}">
                <a16:creationId xmlns:a16="http://schemas.microsoft.com/office/drawing/2014/main" id="{49B4740F-F3BE-2F96-A207-3590585000B1}"/>
              </a:ext>
            </a:extLst>
          </p:cNvPr>
          <p:cNvSpPr>
            <a:spLocks noGrp="1"/>
          </p:cNvSpPr>
          <p:nvPr>
            <p:ph type="sldNum" sz="quarter" idx="12"/>
          </p:nvPr>
        </p:nvSpPr>
        <p:spPr/>
        <p:txBody>
          <a:bodyPr/>
          <a:lstStyle/>
          <a:p>
            <a:fld id="{49ABCAEC-7D34-E549-A96E-FCEDAADBE4B0}" type="slidenum">
              <a:rPr lang="en-US" smtClean="0"/>
              <a:t>4</a:t>
            </a:fld>
            <a:endParaRPr lang="en-US"/>
          </a:p>
        </p:txBody>
      </p:sp>
      <p:sp>
        <p:nvSpPr>
          <p:cNvPr id="4" name="Titre 3">
            <a:extLst>
              <a:ext uri="{FF2B5EF4-FFF2-40B4-BE49-F238E27FC236}">
                <a16:creationId xmlns:a16="http://schemas.microsoft.com/office/drawing/2014/main" id="{6C9DBD70-C16F-14E7-4338-A9C105EB340B}"/>
              </a:ext>
            </a:extLst>
          </p:cNvPr>
          <p:cNvSpPr>
            <a:spLocks noGrp="1"/>
          </p:cNvSpPr>
          <p:nvPr>
            <p:ph type="title"/>
          </p:nvPr>
        </p:nvSpPr>
        <p:spPr>
          <a:xfrm>
            <a:off x="874671" y="199390"/>
            <a:ext cx="7335835" cy="1268984"/>
          </a:xfrm>
        </p:spPr>
        <p:txBody>
          <a:bodyPr>
            <a:normAutofit/>
          </a:bodyPr>
          <a:lstStyle/>
          <a:p>
            <a:r>
              <a:rPr lang="fr-FR" dirty="0">
                <a:latin typeface="Aptos" panose="020B0004020202020204" pitchFamily="34" charset="0"/>
              </a:rPr>
              <a:t>Indicateurs clés : </a:t>
            </a:r>
            <a:r>
              <a:rPr lang="fr-FR" sz="2700" dirty="0">
                <a:latin typeface="Aptos" panose="020B0004020202020204" pitchFamily="34" charset="0"/>
              </a:rPr>
              <a:t>Client par mois</a:t>
            </a:r>
          </a:p>
        </p:txBody>
      </p:sp>
      <p:sp>
        <p:nvSpPr>
          <p:cNvPr id="10" name="ZoneTexte 9">
            <a:extLst>
              <a:ext uri="{FF2B5EF4-FFF2-40B4-BE49-F238E27FC236}">
                <a16:creationId xmlns:a16="http://schemas.microsoft.com/office/drawing/2014/main" id="{A3C90F25-543A-6FAF-4A5C-2BE9824C23C9}"/>
              </a:ext>
            </a:extLst>
          </p:cNvPr>
          <p:cNvSpPr txBox="1"/>
          <p:nvPr/>
        </p:nvSpPr>
        <p:spPr>
          <a:xfrm>
            <a:off x="655596" y="6185147"/>
            <a:ext cx="3438144" cy="276999"/>
          </a:xfrm>
          <a:prstGeom prst="rect">
            <a:avLst/>
          </a:prstGeom>
          <a:noFill/>
        </p:spPr>
        <p:txBody>
          <a:bodyPr wrap="square" rtlCol="0">
            <a:spAutoFit/>
          </a:bodyPr>
          <a:lstStyle/>
          <a:p>
            <a:r>
              <a:rPr lang="fr-FR" sz="1200" dirty="0">
                <a:latin typeface="Aptos" panose="020B0004020202020204" pitchFamily="34" charset="0"/>
              </a:rPr>
              <a:t>Claudie Humbert – Data Analyst</a:t>
            </a:r>
          </a:p>
        </p:txBody>
      </p:sp>
      <p:sp>
        <p:nvSpPr>
          <p:cNvPr id="17" name="Demi-cadre 16">
            <a:extLst>
              <a:ext uri="{FF2B5EF4-FFF2-40B4-BE49-F238E27FC236}">
                <a16:creationId xmlns:a16="http://schemas.microsoft.com/office/drawing/2014/main" id="{3C133EBB-8900-5D31-536C-CEA8CCC51CEF}"/>
              </a:ext>
            </a:extLst>
          </p:cNvPr>
          <p:cNvSpPr/>
          <p:nvPr/>
        </p:nvSpPr>
        <p:spPr>
          <a:xfrm rot="10800000">
            <a:off x="830260" y="423419"/>
            <a:ext cx="6786598" cy="452487"/>
          </a:xfrm>
          <a:prstGeom prst="halfFrame">
            <a:avLst>
              <a:gd name="adj1" fmla="val 14583"/>
              <a:gd name="adj2" fmla="val 14583"/>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pic>
        <p:nvPicPr>
          <p:cNvPr id="3" name="Image 2">
            <a:extLst>
              <a:ext uri="{FF2B5EF4-FFF2-40B4-BE49-F238E27FC236}">
                <a16:creationId xmlns:a16="http://schemas.microsoft.com/office/drawing/2014/main" id="{F20D9F28-BA80-859B-1024-12C4BC1C391D}"/>
              </a:ext>
            </a:extLst>
          </p:cNvPr>
          <p:cNvPicPr>
            <a:picLocks noChangeAspect="1"/>
          </p:cNvPicPr>
          <p:nvPr/>
        </p:nvPicPr>
        <p:blipFill>
          <a:blip r:embed="rId3"/>
          <a:stretch>
            <a:fillRect/>
          </a:stretch>
        </p:blipFill>
        <p:spPr>
          <a:xfrm>
            <a:off x="874671" y="1719118"/>
            <a:ext cx="6981525" cy="3419764"/>
          </a:xfrm>
          <a:prstGeom prst="rect">
            <a:avLst/>
          </a:prstGeom>
        </p:spPr>
      </p:pic>
      <p:sp>
        <p:nvSpPr>
          <p:cNvPr id="2" name="ZoneTexte 1">
            <a:extLst>
              <a:ext uri="{FF2B5EF4-FFF2-40B4-BE49-F238E27FC236}">
                <a16:creationId xmlns:a16="http://schemas.microsoft.com/office/drawing/2014/main" id="{B4097EE8-72AB-A809-FCA6-198CD49EDDE5}"/>
              </a:ext>
            </a:extLst>
          </p:cNvPr>
          <p:cNvSpPr txBox="1"/>
          <p:nvPr/>
        </p:nvSpPr>
        <p:spPr>
          <a:xfrm>
            <a:off x="8039753" y="2995763"/>
            <a:ext cx="3176833" cy="1200329"/>
          </a:xfrm>
          <a:prstGeom prst="rect">
            <a:avLst/>
          </a:prstGeom>
          <a:noFill/>
        </p:spPr>
        <p:txBody>
          <a:bodyPr wrap="square" rtlCol="0">
            <a:spAutoFit/>
          </a:bodyPr>
          <a:lstStyle/>
          <a:p>
            <a:r>
              <a:rPr lang="fr-FR" sz="1600" dirty="0">
                <a:latin typeface="Aptos" panose="020B0004020202020204" pitchFamily="34" charset="0"/>
              </a:rPr>
              <a:t>Hormis un pique exceptionnel, nous observons une stabilité dans notre clientèle.</a:t>
            </a:r>
          </a:p>
          <a:p>
            <a:endParaRPr lang="fr-FR" sz="1200" dirty="0">
              <a:latin typeface="Aptos" panose="020B0004020202020204" pitchFamily="34" charset="0"/>
            </a:endParaRPr>
          </a:p>
          <a:p>
            <a:endParaRPr lang="fr-FR" sz="1200" dirty="0">
              <a:latin typeface="Aptos" panose="020B0004020202020204" pitchFamily="34" charset="0"/>
            </a:endParaRPr>
          </a:p>
        </p:txBody>
      </p:sp>
    </p:spTree>
    <p:extLst>
      <p:ext uri="{BB962C8B-B14F-4D97-AF65-F5344CB8AC3E}">
        <p14:creationId xmlns:p14="http://schemas.microsoft.com/office/powerpoint/2010/main" val="2256113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A8B68-3A87-84F1-B9A2-F84D756C9FC8}"/>
            </a:ext>
          </a:extLst>
        </p:cNvPr>
        <p:cNvGrpSpPr/>
        <p:nvPr/>
      </p:nvGrpSpPr>
      <p:grpSpPr>
        <a:xfrm>
          <a:off x="0" y="0"/>
          <a:ext cx="0" cy="0"/>
          <a:chOff x="0" y="0"/>
          <a:chExt cx="0" cy="0"/>
        </a:xfrm>
      </p:grpSpPr>
      <p:pic>
        <p:nvPicPr>
          <p:cNvPr id="9" name="Picture 3">
            <a:extLst>
              <a:ext uri="{FF2B5EF4-FFF2-40B4-BE49-F238E27FC236}">
                <a16:creationId xmlns:a16="http://schemas.microsoft.com/office/drawing/2014/main" id="{D4BB7775-72D1-FC4B-383D-6669E9276817}"/>
              </a:ext>
            </a:extLst>
          </p:cNvPr>
          <p:cNvPicPr>
            <a:picLocks noChangeAspect="1"/>
          </p:cNvPicPr>
          <p:nvPr/>
        </p:nvPicPr>
        <p:blipFill>
          <a:blip r:embed="rId2"/>
          <a:srcRect l="25896" r="13250"/>
          <a:stretch>
            <a:fillRect/>
          </a:stretch>
        </p:blipFill>
        <p:spPr>
          <a:xfrm>
            <a:off x="-3517753" y="1"/>
            <a:ext cx="4173349" cy="6857999"/>
          </a:xfrm>
          <a:prstGeom prst="rect">
            <a:avLst/>
          </a:prstGeom>
          <a:ln>
            <a:solidFill>
              <a:schemeClr val="bg2">
                <a:lumMod val="75000"/>
              </a:schemeClr>
            </a:solidFill>
          </a:ln>
        </p:spPr>
      </p:pic>
      <p:sp>
        <p:nvSpPr>
          <p:cNvPr id="5" name="Espace réservé du numéro de diapositive 4">
            <a:extLst>
              <a:ext uri="{FF2B5EF4-FFF2-40B4-BE49-F238E27FC236}">
                <a16:creationId xmlns:a16="http://schemas.microsoft.com/office/drawing/2014/main" id="{1EA9F2AE-72A6-2FDD-04B9-D0CF45DB0DB3}"/>
              </a:ext>
            </a:extLst>
          </p:cNvPr>
          <p:cNvSpPr>
            <a:spLocks noGrp="1"/>
          </p:cNvSpPr>
          <p:nvPr>
            <p:ph type="sldNum" sz="quarter" idx="12"/>
          </p:nvPr>
        </p:nvSpPr>
        <p:spPr/>
        <p:txBody>
          <a:bodyPr/>
          <a:lstStyle/>
          <a:p>
            <a:fld id="{49ABCAEC-7D34-E549-A96E-FCEDAADBE4B0}" type="slidenum">
              <a:rPr lang="en-US" smtClean="0"/>
              <a:t>5</a:t>
            </a:fld>
            <a:endParaRPr lang="en-US"/>
          </a:p>
        </p:txBody>
      </p:sp>
      <p:sp>
        <p:nvSpPr>
          <p:cNvPr id="4" name="Titre 3">
            <a:extLst>
              <a:ext uri="{FF2B5EF4-FFF2-40B4-BE49-F238E27FC236}">
                <a16:creationId xmlns:a16="http://schemas.microsoft.com/office/drawing/2014/main" id="{3B660EE1-495E-C37D-2648-CB5A55075BBB}"/>
              </a:ext>
            </a:extLst>
          </p:cNvPr>
          <p:cNvSpPr>
            <a:spLocks noGrp="1"/>
          </p:cNvSpPr>
          <p:nvPr>
            <p:ph type="title"/>
          </p:nvPr>
        </p:nvSpPr>
        <p:spPr>
          <a:xfrm>
            <a:off x="874671" y="199390"/>
            <a:ext cx="7335835" cy="1268984"/>
          </a:xfrm>
        </p:spPr>
        <p:txBody>
          <a:bodyPr>
            <a:normAutofit/>
          </a:bodyPr>
          <a:lstStyle/>
          <a:p>
            <a:r>
              <a:rPr lang="fr-FR" dirty="0">
                <a:latin typeface="Aptos" panose="020B0004020202020204" pitchFamily="34" charset="0"/>
              </a:rPr>
              <a:t>Indicateurs clés : </a:t>
            </a:r>
            <a:r>
              <a:rPr lang="fr-FR" sz="2700" dirty="0">
                <a:latin typeface="Aptos" panose="020B0004020202020204" pitchFamily="34" charset="0"/>
              </a:rPr>
              <a:t>Transactions</a:t>
            </a:r>
          </a:p>
        </p:txBody>
      </p:sp>
      <p:sp>
        <p:nvSpPr>
          <p:cNvPr id="10" name="ZoneTexte 9">
            <a:extLst>
              <a:ext uri="{FF2B5EF4-FFF2-40B4-BE49-F238E27FC236}">
                <a16:creationId xmlns:a16="http://schemas.microsoft.com/office/drawing/2014/main" id="{1BC63BDC-1C86-8149-6A14-F30A1AC892D4}"/>
              </a:ext>
            </a:extLst>
          </p:cNvPr>
          <p:cNvSpPr txBox="1"/>
          <p:nvPr/>
        </p:nvSpPr>
        <p:spPr>
          <a:xfrm>
            <a:off x="655596" y="6185147"/>
            <a:ext cx="3438144" cy="276999"/>
          </a:xfrm>
          <a:prstGeom prst="rect">
            <a:avLst/>
          </a:prstGeom>
          <a:noFill/>
        </p:spPr>
        <p:txBody>
          <a:bodyPr wrap="square" rtlCol="0">
            <a:spAutoFit/>
          </a:bodyPr>
          <a:lstStyle/>
          <a:p>
            <a:r>
              <a:rPr lang="fr-FR" sz="1200" dirty="0">
                <a:latin typeface="Aptos" panose="020B0004020202020204" pitchFamily="34" charset="0"/>
              </a:rPr>
              <a:t>Claudie Humbert – Data Analyst</a:t>
            </a:r>
          </a:p>
        </p:txBody>
      </p:sp>
      <p:sp>
        <p:nvSpPr>
          <p:cNvPr id="17" name="Demi-cadre 16">
            <a:extLst>
              <a:ext uri="{FF2B5EF4-FFF2-40B4-BE49-F238E27FC236}">
                <a16:creationId xmlns:a16="http://schemas.microsoft.com/office/drawing/2014/main" id="{FFCE293D-F0D2-EB01-FCB7-BC4CF260590A}"/>
              </a:ext>
            </a:extLst>
          </p:cNvPr>
          <p:cNvSpPr/>
          <p:nvPr/>
        </p:nvSpPr>
        <p:spPr>
          <a:xfrm rot="10800000">
            <a:off x="830260" y="423419"/>
            <a:ext cx="6786598" cy="452487"/>
          </a:xfrm>
          <a:prstGeom prst="halfFrame">
            <a:avLst>
              <a:gd name="adj1" fmla="val 14583"/>
              <a:gd name="adj2" fmla="val 14583"/>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pic>
        <p:nvPicPr>
          <p:cNvPr id="3" name="Image 2">
            <a:extLst>
              <a:ext uri="{FF2B5EF4-FFF2-40B4-BE49-F238E27FC236}">
                <a16:creationId xmlns:a16="http://schemas.microsoft.com/office/drawing/2014/main" id="{4A922100-3974-58D8-D421-A12645DB8ED2}"/>
              </a:ext>
            </a:extLst>
          </p:cNvPr>
          <p:cNvPicPr>
            <a:picLocks noChangeAspect="1"/>
          </p:cNvPicPr>
          <p:nvPr/>
        </p:nvPicPr>
        <p:blipFill>
          <a:blip r:embed="rId3"/>
          <a:stretch>
            <a:fillRect/>
          </a:stretch>
        </p:blipFill>
        <p:spPr>
          <a:xfrm>
            <a:off x="874671" y="1710280"/>
            <a:ext cx="7053913" cy="3437440"/>
          </a:xfrm>
          <a:prstGeom prst="rect">
            <a:avLst/>
          </a:prstGeom>
        </p:spPr>
      </p:pic>
      <p:sp>
        <p:nvSpPr>
          <p:cNvPr id="6" name="ZoneTexte 5">
            <a:extLst>
              <a:ext uri="{FF2B5EF4-FFF2-40B4-BE49-F238E27FC236}">
                <a16:creationId xmlns:a16="http://schemas.microsoft.com/office/drawing/2014/main" id="{B3D844DB-D5AE-E454-5421-DABC88517E57}"/>
              </a:ext>
            </a:extLst>
          </p:cNvPr>
          <p:cNvSpPr txBox="1"/>
          <p:nvPr/>
        </p:nvSpPr>
        <p:spPr>
          <a:xfrm>
            <a:off x="8210506" y="2778947"/>
            <a:ext cx="3176833" cy="1446550"/>
          </a:xfrm>
          <a:prstGeom prst="rect">
            <a:avLst/>
          </a:prstGeom>
          <a:noFill/>
        </p:spPr>
        <p:txBody>
          <a:bodyPr wrap="square" rtlCol="0">
            <a:spAutoFit/>
          </a:bodyPr>
          <a:lstStyle/>
          <a:p>
            <a:r>
              <a:rPr lang="fr-FR" sz="1600" dirty="0">
                <a:latin typeface="Aptos" panose="020B0004020202020204" pitchFamily="34" charset="0"/>
              </a:rPr>
              <a:t>La fréquence d’achat est également en baisse, comme pour le chiffre d’affaires, mais le pic se situe fin 2021.</a:t>
            </a:r>
          </a:p>
          <a:p>
            <a:endParaRPr lang="fr-FR" sz="1200" dirty="0">
              <a:latin typeface="Aptos" panose="020B0004020202020204" pitchFamily="34" charset="0"/>
            </a:endParaRPr>
          </a:p>
          <a:p>
            <a:endParaRPr lang="fr-FR" sz="1200" dirty="0">
              <a:latin typeface="Aptos" panose="020B0004020202020204" pitchFamily="34" charset="0"/>
            </a:endParaRPr>
          </a:p>
        </p:txBody>
      </p:sp>
    </p:spTree>
    <p:extLst>
      <p:ext uri="{BB962C8B-B14F-4D97-AF65-F5344CB8AC3E}">
        <p14:creationId xmlns:p14="http://schemas.microsoft.com/office/powerpoint/2010/main" val="1489477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3C706-9F65-16EA-E52A-1AF0026DF6D0}"/>
            </a:ext>
          </a:extLst>
        </p:cNvPr>
        <p:cNvGrpSpPr/>
        <p:nvPr/>
      </p:nvGrpSpPr>
      <p:grpSpPr>
        <a:xfrm>
          <a:off x="0" y="0"/>
          <a:ext cx="0" cy="0"/>
          <a:chOff x="0" y="0"/>
          <a:chExt cx="0" cy="0"/>
        </a:xfrm>
      </p:grpSpPr>
      <p:pic>
        <p:nvPicPr>
          <p:cNvPr id="9" name="Picture 3">
            <a:extLst>
              <a:ext uri="{FF2B5EF4-FFF2-40B4-BE49-F238E27FC236}">
                <a16:creationId xmlns:a16="http://schemas.microsoft.com/office/drawing/2014/main" id="{52A3FAC0-068B-F3AE-3ECE-C2C6B9A5F8A7}"/>
              </a:ext>
            </a:extLst>
          </p:cNvPr>
          <p:cNvPicPr>
            <a:picLocks noChangeAspect="1"/>
          </p:cNvPicPr>
          <p:nvPr/>
        </p:nvPicPr>
        <p:blipFill>
          <a:blip r:embed="rId2"/>
          <a:srcRect l="25896" r="13250"/>
          <a:stretch>
            <a:fillRect/>
          </a:stretch>
        </p:blipFill>
        <p:spPr>
          <a:xfrm>
            <a:off x="-3517753" y="1"/>
            <a:ext cx="4173349" cy="6857999"/>
          </a:xfrm>
          <a:prstGeom prst="rect">
            <a:avLst/>
          </a:prstGeom>
          <a:ln>
            <a:solidFill>
              <a:schemeClr val="bg2">
                <a:lumMod val="75000"/>
              </a:schemeClr>
            </a:solidFill>
          </a:ln>
        </p:spPr>
      </p:pic>
      <p:sp>
        <p:nvSpPr>
          <p:cNvPr id="5" name="Espace réservé du numéro de diapositive 4">
            <a:extLst>
              <a:ext uri="{FF2B5EF4-FFF2-40B4-BE49-F238E27FC236}">
                <a16:creationId xmlns:a16="http://schemas.microsoft.com/office/drawing/2014/main" id="{ABBED5D1-8182-9C6E-5319-2324636CA038}"/>
              </a:ext>
            </a:extLst>
          </p:cNvPr>
          <p:cNvSpPr>
            <a:spLocks noGrp="1"/>
          </p:cNvSpPr>
          <p:nvPr>
            <p:ph type="sldNum" sz="quarter" idx="12"/>
          </p:nvPr>
        </p:nvSpPr>
        <p:spPr/>
        <p:txBody>
          <a:bodyPr/>
          <a:lstStyle/>
          <a:p>
            <a:fld id="{49ABCAEC-7D34-E549-A96E-FCEDAADBE4B0}" type="slidenum">
              <a:rPr lang="en-US" smtClean="0"/>
              <a:t>6</a:t>
            </a:fld>
            <a:endParaRPr lang="en-US"/>
          </a:p>
        </p:txBody>
      </p:sp>
      <p:sp>
        <p:nvSpPr>
          <p:cNvPr id="4" name="Titre 3">
            <a:extLst>
              <a:ext uri="{FF2B5EF4-FFF2-40B4-BE49-F238E27FC236}">
                <a16:creationId xmlns:a16="http://schemas.microsoft.com/office/drawing/2014/main" id="{3F8C85B9-521F-EB34-1A51-82E376A40E46}"/>
              </a:ext>
            </a:extLst>
          </p:cNvPr>
          <p:cNvSpPr>
            <a:spLocks noGrp="1"/>
          </p:cNvSpPr>
          <p:nvPr>
            <p:ph type="title"/>
          </p:nvPr>
        </p:nvSpPr>
        <p:spPr>
          <a:xfrm>
            <a:off x="874671" y="199390"/>
            <a:ext cx="7335835" cy="1268984"/>
          </a:xfrm>
        </p:spPr>
        <p:txBody>
          <a:bodyPr>
            <a:normAutofit/>
          </a:bodyPr>
          <a:lstStyle/>
          <a:p>
            <a:r>
              <a:rPr lang="fr-FR" dirty="0">
                <a:latin typeface="Aptos" panose="020B0004020202020204" pitchFamily="34" charset="0"/>
              </a:rPr>
              <a:t>Indicateurs clés : </a:t>
            </a:r>
            <a:r>
              <a:rPr lang="fr-FR" sz="2700" dirty="0">
                <a:latin typeface="Aptos" panose="020B0004020202020204" pitchFamily="34" charset="0"/>
              </a:rPr>
              <a:t>Produits vendus</a:t>
            </a:r>
          </a:p>
        </p:txBody>
      </p:sp>
      <p:sp>
        <p:nvSpPr>
          <p:cNvPr id="10" name="ZoneTexte 9">
            <a:extLst>
              <a:ext uri="{FF2B5EF4-FFF2-40B4-BE49-F238E27FC236}">
                <a16:creationId xmlns:a16="http://schemas.microsoft.com/office/drawing/2014/main" id="{81EE1B4B-81BA-8B49-8BF1-E1786EB6923F}"/>
              </a:ext>
            </a:extLst>
          </p:cNvPr>
          <p:cNvSpPr txBox="1"/>
          <p:nvPr/>
        </p:nvSpPr>
        <p:spPr>
          <a:xfrm>
            <a:off x="655596" y="6185147"/>
            <a:ext cx="3438144" cy="276999"/>
          </a:xfrm>
          <a:prstGeom prst="rect">
            <a:avLst/>
          </a:prstGeom>
          <a:noFill/>
        </p:spPr>
        <p:txBody>
          <a:bodyPr wrap="square" rtlCol="0">
            <a:spAutoFit/>
          </a:bodyPr>
          <a:lstStyle/>
          <a:p>
            <a:r>
              <a:rPr lang="fr-FR" sz="1200" dirty="0">
                <a:latin typeface="Aptos" panose="020B0004020202020204" pitchFamily="34" charset="0"/>
              </a:rPr>
              <a:t>Claudie Humbert – Data Analyst</a:t>
            </a:r>
          </a:p>
        </p:txBody>
      </p:sp>
      <p:sp>
        <p:nvSpPr>
          <p:cNvPr id="17" name="Demi-cadre 16">
            <a:extLst>
              <a:ext uri="{FF2B5EF4-FFF2-40B4-BE49-F238E27FC236}">
                <a16:creationId xmlns:a16="http://schemas.microsoft.com/office/drawing/2014/main" id="{AF964061-32EB-593D-5819-E6A4143A054D}"/>
              </a:ext>
            </a:extLst>
          </p:cNvPr>
          <p:cNvSpPr/>
          <p:nvPr/>
        </p:nvSpPr>
        <p:spPr>
          <a:xfrm rot="10800000">
            <a:off x="830260" y="423418"/>
            <a:ext cx="6928000" cy="452487"/>
          </a:xfrm>
          <a:prstGeom prst="halfFrame">
            <a:avLst>
              <a:gd name="adj1" fmla="val 14583"/>
              <a:gd name="adj2" fmla="val 14583"/>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pic>
        <p:nvPicPr>
          <p:cNvPr id="3" name="Image 2">
            <a:extLst>
              <a:ext uri="{FF2B5EF4-FFF2-40B4-BE49-F238E27FC236}">
                <a16:creationId xmlns:a16="http://schemas.microsoft.com/office/drawing/2014/main" id="{D6AB5AF4-7EDC-E00E-00C7-0A5BFA18E54D}"/>
              </a:ext>
            </a:extLst>
          </p:cNvPr>
          <p:cNvPicPr>
            <a:picLocks noChangeAspect="1"/>
          </p:cNvPicPr>
          <p:nvPr/>
        </p:nvPicPr>
        <p:blipFill>
          <a:blip r:embed="rId3"/>
          <a:stretch>
            <a:fillRect/>
          </a:stretch>
        </p:blipFill>
        <p:spPr>
          <a:xfrm>
            <a:off x="1139761" y="1193046"/>
            <a:ext cx="4592876" cy="2235954"/>
          </a:xfrm>
          <a:prstGeom prst="rect">
            <a:avLst/>
          </a:prstGeom>
        </p:spPr>
      </p:pic>
      <p:pic>
        <p:nvPicPr>
          <p:cNvPr id="7" name="Image 6">
            <a:extLst>
              <a:ext uri="{FF2B5EF4-FFF2-40B4-BE49-F238E27FC236}">
                <a16:creationId xmlns:a16="http://schemas.microsoft.com/office/drawing/2014/main" id="{16BDD475-BFA1-FF68-CA0E-DA2B759D5BEE}"/>
              </a:ext>
            </a:extLst>
          </p:cNvPr>
          <p:cNvPicPr>
            <a:picLocks noChangeAspect="1"/>
          </p:cNvPicPr>
          <p:nvPr/>
        </p:nvPicPr>
        <p:blipFill>
          <a:blip r:embed="rId4"/>
          <a:stretch>
            <a:fillRect/>
          </a:stretch>
        </p:blipFill>
        <p:spPr>
          <a:xfrm>
            <a:off x="1218407" y="3719388"/>
            <a:ext cx="4514230" cy="2175371"/>
          </a:xfrm>
          <a:prstGeom prst="rect">
            <a:avLst/>
          </a:prstGeom>
        </p:spPr>
      </p:pic>
      <p:sp>
        <p:nvSpPr>
          <p:cNvPr id="8" name="ZoneTexte 7">
            <a:extLst>
              <a:ext uri="{FF2B5EF4-FFF2-40B4-BE49-F238E27FC236}">
                <a16:creationId xmlns:a16="http://schemas.microsoft.com/office/drawing/2014/main" id="{7A80CB1F-02C2-0A1B-DC0E-B9CFD14CDE72}"/>
              </a:ext>
            </a:extLst>
          </p:cNvPr>
          <p:cNvSpPr txBox="1"/>
          <p:nvPr/>
        </p:nvSpPr>
        <p:spPr>
          <a:xfrm>
            <a:off x="6946410" y="3499022"/>
            <a:ext cx="3176833" cy="2616101"/>
          </a:xfrm>
          <a:prstGeom prst="rect">
            <a:avLst/>
          </a:prstGeom>
          <a:noFill/>
        </p:spPr>
        <p:txBody>
          <a:bodyPr wrap="square" rtlCol="0">
            <a:spAutoFit/>
          </a:bodyPr>
          <a:lstStyle/>
          <a:p>
            <a:r>
              <a:rPr lang="fr-FR" sz="1400" dirty="0">
                <a:latin typeface="Aptos" panose="020B0004020202020204" pitchFamily="34" charset="0"/>
              </a:rPr>
              <a:t>Nous observons également une baisse du nombre de produits vendus au fil du temps.</a:t>
            </a:r>
          </a:p>
          <a:p>
            <a:endParaRPr lang="fr-FR" sz="1400" dirty="0">
              <a:latin typeface="Aptos" panose="020B0004020202020204" pitchFamily="34" charset="0"/>
            </a:endParaRPr>
          </a:p>
          <a:p>
            <a:r>
              <a:rPr lang="fr-FR" sz="1400" dirty="0">
                <a:latin typeface="Aptos" panose="020B0004020202020204" pitchFamily="34" charset="0"/>
              </a:rPr>
              <a:t>On remarque cependant que la catégorie 1 est la plus rentable sans être la plus vendue.</a:t>
            </a:r>
          </a:p>
          <a:p>
            <a:endParaRPr lang="fr-FR" sz="1400" dirty="0">
              <a:latin typeface="Aptos" panose="020B0004020202020204" pitchFamily="34" charset="0"/>
            </a:endParaRPr>
          </a:p>
          <a:p>
            <a:r>
              <a:rPr lang="fr-FR" sz="1400" dirty="0">
                <a:latin typeface="Aptos" panose="020B0004020202020204" pitchFamily="34" charset="0"/>
              </a:rPr>
              <a:t>La catégorie 0 est celle qui comporte le plus de références.</a:t>
            </a:r>
          </a:p>
          <a:p>
            <a:endParaRPr lang="fr-FR" sz="1200" dirty="0">
              <a:latin typeface="Aptos" panose="020B0004020202020204" pitchFamily="34" charset="0"/>
            </a:endParaRPr>
          </a:p>
          <a:p>
            <a:endParaRPr lang="fr-FR" sz="1200" dirty="0">
              <a:latin typeface="Aptos" panose="020B0004020202020204" pitchFamily="34" charset="0"/>
            </a:endParaRPr>
          </a:p>
        </p:txBody>
      </p:sp>
      <p:graphicFrame>
        <p:nvGraphicFramePr>
          <p:cNvPr id="6" name="Tableau 5">
            <a:extLst>
              <a:ext uri="{FF2B5EF4-FFF2-40B4-BE49-F238E27FC236}">
                <a16:creationId xmlns:a16="http://schemas.microsoft.com/office/drawing/2014/main" id="{7E2E7926-2417-3E20-89B6-2A085CFB54D7}"/>
              </a:ext>
            </a:extLst>
          </p:cNvPr>
          <p:cNvGraphicFramePr>
            <a:graphicFrameLocks noGrp="1"/>
          </p:cNvGraphicFramePr>
          <p:nvPr>
            <p:extLst>
              <p:ext uri="{D42A27DB-BD31-4B8C-83A1-F6EECF244321}">
                <p14:modId xmlns:p14="http://schemas.microsoft.com/office/powerpoint/2010/main" val="741467523"/>
              </p:ext>
            </p:extLst>
          </p:nvPr>
        </p:nvGraphicFramePr>
        <p:xfrm>
          <a:off x="7257493" y="1692401"/>
          <a:ext cx="2207018" cy="1317291"/>
        </p:xfrm>
        <a:graphic>
          <a:graphicData uri="http://schemas.openxmlformats.org/drawingml/2006/table">
            <a:tbl>
              <a:tblPr firstRow="1" bandRow="1">
                <a:tableStyleId>{2D5ABB26-0587-4C30-8999-92F81FD0307C}</a:tableStyleId>
              </a:tblPr>
              <a:tblGrid>
                <a:gridCol w="1103509">
                  <a:extLst>
                    <a:ext uri="{9D8B030D-6E8A-4147-A177-3AD203B41FA5}">
                      <a16:colId xmlns:a16="http://schemas.microsoft.com/office/drawing/2014/main" val="3378427367"/>
                    </a:ext>
                  </a:extLst>
                </a:gridCol>
                <a:gridCol w="1103509">
                  <a:extLst>
                    <a:ext uri="{9D8B030D-6E8A-4147-A177-3AD203B41FA5}">
                      <a16:colId xmlns:a16="http://schemas.microsoft.com/office/drawing/2014/main" val="2931420022"/>
                    </a:ext>
                  </a:extLst>
                </a:gridCol>
              </a:tblGrid>
              <a:tr h="408893">
                <a:tc>
                  <a:txBody>
                    <a:bodyPr/>
                    <a:lstStyle/>
                    <a:p>
                      <a:pPr algn="ctr"/>
                      <a:r>
                        <a:rPr lang="fr-FR" sz="1200" b="1" i="0" dirty="0"/>
                        <a:t>Catégories</a:t>
                      </a:r>
                      <a:endParaRPr lang="fr-FR" sz="1200" b="1" i="0" dirty="0">
                        <a:latin typeface="Aptos" panose="020B0004020202020204" pitchFamily="34" charset="0"/>
                      </a:endParaRP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lang="fr-FR" sz="1200" b="1" i="0" dirty="0"/>
                        <a:t>Nombre de produits</a:t>
                      </a:r>
                      <a:endParaRPr lang="fr-FR" sz="1200" b="1" i="0" dirty="0">
                        <a:latin typeface="Aptos" panose="020B0004020202020204" pitchFamily="34" charset="0"/>
                      </a:endParaRP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1832004932"/>
                  </a:ext>
                </a:extLst>
              </a:tr>
              <a:tr h="286697">
                <a:tc>
                  <a:txBody>
                    <a:bodyPr/>
                    <a:lstStyle/>
                    <a:p>
                      <a:pPr algn="ctr"/>
                      <a:r>
                        <a:rPr lang="fr-FR" sz="1200" dirty="0"/>
                        <a:t>0</a:t>
                      </a:r>
                      <a:endParaRPr lang="fr-FR" sz="1200" dirty="0">
                        <a:latin typeface="Aptos" panose="020B0004020202020204" pitchFamily="34" charset="0"/>
                      </a:endParaRP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r>
                        <a:rPr lang="fr-FR" sz="1200" dirty="0"/>
                        <a:t>2308</a:t>
                      </a:r>
                      <a:endParaRPr lang="fr-FR" sz="1200" dirty="0">
                        <a:latin typeface="Aptos" panose="020B0004020202020204" pitchFamily="34" charset="0"/>
                      </a:endParaRP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4360125"/>
                  </a:ext>
                </a:extLst>
              </a:tr>
              <a:tr h="286697">
                <a:tc>
                  <a:txBody>
                    <a:bodyPr/>
                    <a:lstStyle/>
                    <a:p>
                      <a:pPr algn="ctr"/>
                      <a:r>
                        <a:rPr lang="fr-FR" sz="1200" dirty="0"/>
                        <a:t>1</a:t>
                      </a:r>
                      <a:endParaRPr lang="fr-FR" sz="1200" dirty="0">
                        <a:latin typeface="Aptos" panose="020B0004020202020204" pitchFamily="34" charset="0"/>
                      </a:endParaRP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r>
                        <a:rPr lang="fr-FR" sz="1200" dirty="0"/>
                        <a:t>739</a:t>
                      </a:r>
                      <a:endParaRPr lang="fr-FR" sz="1200" dirty="0">
                        <a:latin typeface="Aptos" panose="020B0004020202020204" pitchFamily="34" charset="0"/>
                      </a:endParaRP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1534584"/>
                  </a:ext>
                </a:extLst>
              </a:tr>
              <a:tr h="286697">
                <a:tc>
                  <a:txBody>
                    <a:bodyPr/>
                    <a:lstStyle/>
                    <a:p>
                      <a:pPr algn="ctr"/>
                      <a:r>
                        <a:rPr lang="fr-FR" sz="1200" dirty="0"/>
                        <a:t>2</a:t>
                      </a:r>
                      <a:endParaRPr lang="fr-FR" sz="1200" dirty="0">
                        <a:latin typeface="Aptos" panose="020B0004020202020204" pitchFamily="34" charset="0"/>
                      </a:endParaRP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r>
                        <a:rPr lang="fr-FR" sz="1200" dirty="0"/>
                        <a:t>239</a:t>
                      </a:r>
                      <a:endParaRPr lang="fr-FR" sz="1200" dirty="0">
                        <a:latin typeface="Aptos" panose="020B0004020202020204" pitchFamily="34" charset="0"/>
                      </a:endParaRP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721063"/>
                  </a:ext>
                </a:extLst>
              </a:tr>
            </a:tbl>
          </a:graphicData>
        </a:graphic>
      </p:graphicFrame>
    </p:spTree>
    <p:extLst>
      <p:ext uri="{BB962C8B-B14F-4D97-AF65-F5344CB8AC3E}">
        <p14:creationId xmlns:p14="http://schemas.microsoft.com/office/powerpoint/2010/main" val="966199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BB16F-813E-0756-B180-EBA439F68FCC}"/>
            </a:ext>
          </a:extLst>
        </p:cNvPr>
        <p:cNvGrpSpPr/>
        <p:nvPr/>
      </p:nvGrpSpPr>
      <p:grpSpPr>
        <a:xfrm>
          <a:off x="0" y="0"/>
          <a:ext cx="0" cy="0"/>
          <a:chOff x="0" y="0"/>
          <a:chExt cx="0" cy="0"/>
        </a:xfrm>
      </p:grpSpPr>
      <p:pic>
        <p:nvPicPr>
          <p:cNvPr id="9" name="Picture 3">
            <a:extLst>
              <a:ext uri="{FF2B5EF4-FFF2-40B4-BE49-F238E27FC236}">
                <a16:creationId xmlns:a16="http://schemas.microsoft.com/office/drawing/2014/main" id="{F160AF25-A7FE-726C-F4FC-EA4DA819A0D3}"/>
              </a:ext>
            </a:extLst>
          </p:cNvPr>
          <p:cNvPicPr>
            <a:picLocks noChangeAspect="1"/>
          </p:cNvPicPr>
          <p:nvPr/>
        </p:nvPicPr>
        <p:blipFill>
          <a:blip r:embed="rId2"/>
          <a:srcRect l="25896" r="13250"/>
          <a:stretch>
            <a:fillRect/>
          </a:stretch>
        </p:blipFill>
        <p:spPr>
          <a:xfrm>
            <a:off x="-3517753" y="1"/>
            <a:ext cx="4173349" cy="6857999"/>
          </a:xfrm>
          <a:prstGeom prst="rect">
            <a:avLst/>
          </a:prstGeom>
          <a:ln>
            <a:solidFill>
              <a:schemeClr val="bg2">
                <a:lumMod val="75000"/>
              </a:schemeClr>
            </a:solidFill>
          </a:ln>
        </p:spPr>
      </p:pic>
      <p:sp>
        <p:nvSpPr>
          <p:cNvPr id="5" name="Espace réservé du numéro de diapositive 4">
            <a:extLst>
              <a:ext uri="{FF2B5EF4-FFF2-40B4-BE49-F238E27FC236}">
                <a16:creationId xmlns:a16="http://schemas.microsoft.com/office/drawing/2014/main" id="{02B4EF3C-A13B-5873-6D03-DF182C4D857D}"/>
              </a:ext>
            </a:extLst>
          </p:cNvPr>
          <p:cNvSpPr>
            <a:spLocks noGrp="1"/>
          </p:cNvSpPr>
          <p:nvPr>
            <p:ph type="sldNum" sz="quarter" idx="12"/>
          </p:nvPr>
        </p:nvSpPr>
        <p:spPr/>
        <p:txBody>
          <a:bodyPr/>
          <a:lstStyle/>
          <a:p>
            <a:fld id="{49ABCAEC-7D34-E549-A96E-FCEDAADBE4B0}" type="slidenum">
              <a:rPr lang="en-US" smtClean="0"/>
              <a:t>7</a:t>
            </a:fld>
            <a:endParaRPr lang="en-US"/>
          </a:p>
        </p:txBody>
      </p:sp>
      <p:sp>
        <p:nvSpPr>
          <p:cNvPr id="4" name="Titre 3">
            <a:extLst>
              <a:ext uri="{FF2B5EF4-FFF2-40B4-BE49-F238E27FC236}">
                <a16:creationId xmlns:a16="http://schemas.microsoft.com/office/drawing/2014/main" id="{C91ADE8E-F473-DA3F-C6D1-704E6F5D74B5}"/>
              </a:ext>
            </a:extLst>
          </p:cNvPr>
          <p:cNvSpPr>
            <a:spLocks noGrp="1"/>
          </p:cNvSpPr>
          <p:nvPr>
            <p:ph type="title"/>
          </p:nvPr>
        </p:nvSpPr>
        <p:spPr>
          <a:xfrm>
            <a:off x="874671" y="199390"/>
            <a:ext cx="7335835" cy="1268984"/>
          </a:xfrm>
        </p:spPr>
        <p:txBody>
          <a:bodyPr/>
          <a:lstStyle/>
          <a:p>
            <a:r>
              <a:rPr lang="fr-FR" dirty="0">
                <a:latin typeface="Aptos" panose="020B0004020202020204" pitchFamily="34" charset="0"/>
              </a:rPr>
              <a:t>Nos références</a:t>
            </a:r>
          </a:p>
        </p:txBody>
      </p:sp>
      <p:sp>
        <p:nvSpPr>
          <p:cNvPr id="10" name="ZoneTexte 9">
            <a:extLst>
              <a:ext uri="{FF2B5EF4-FFF2-40B4-BE49-F238E27FC236}">
                <a16:creationId xmlns:a16="http://schemas.microsoft.com/office/drawing/2014/main" id="{C6D8DA55-A904-14A9-0F92-C7DF526B856B}"/>
              </a:ext>
            </a:extLst>
          </p:cNvPr>
          <p:cNvSpPr txBox="1"/>
          <p:nvPr/>
        </p:nvSpPr>
        <p:spPr>
          <a:xfrm>
            <a:off x="655596" y="6185147"/>
            <a:ext cx="3438144" cy="276999"/>
          </a:xfrm>
          <a:prstGeom prst="rect">
            <a:avLst/>
          </a:prstGeom>
          <a:noFill/>
        </p:spPr>
        <p:txBody>
          <a:bodyPr wrap="square" rtlCol="0">
            <a:spAutoFit/>
          </a:bodyPr>
          <a:lstStyle/>
          <a:p>
            <a:r>
              <a:rPr lang="fr-FR" sz="1200" dirty="0">
                <a:latin typeface="Aptos" panose="020B0004020202020204" pitchFamily="34" charset="0"/>
              </a:rPr>
              <a:t>Claudie Humbert – Data Analyst</a:t>
            </a:r>
          </a:p>
        </p:txBody>
      </p:sp>
      <p:sp>
        <p:nvSpPr>
          <p:cNvPr id="17" name="Demi-cadre 16">
            <a:extLst>
              <a:ext uri="{FF2B5EF4-FFF2-40B4-BE49-F238E27FC236}">
                <a16:creationId xmlns:a16="http://schemas.microsoft.com/office/drawing/2014/main" id="{297350D4-54DB-08AB-0DCB-E1E1461F6FB7}"/>
              </a:ext>
            </a:extLst>
          </p:cNvPr>
          <p:cNvSpPr/>
          <p:nvPr/>
        </p:nvSpPr>
        <p:spPr>
          <a:xfrm rot="10800000">
            <a:off x="830262" y="423421"/>
            <a:ext cx="3836006" cy="452487"/>
          </a:xfrm>
          <a:prstGeom prst="halfFrame">
            <a:avLst>
              <a:gd name="adj1" fmla="val 14583"/>
              <a:gd name="adj2" fmla="val 14583"/>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pic>
        <p:nvPicPr>
          <p:cNvPr id="3" name="Image 2">
            <a:extLst>
              <a:ext uri="{FF2B5EF4-FFF2-40B4-BE49-F238E27FC236}">
                <a16:creationId xmlns:a16="http://schemas.microsoft.com/office/drawing/2014/main" id="{C31D3827-1E08-4BA8-A51F-933B227B992A}"/>
              </a:ext>
            </a:extLst>
          </p:cNvPr>
          <p:cNvPicPr>
            <a:picLocks noChangeAspect="1"/>
          </p:cNvPicPr>
          <p:nvPr/>
        </p:nvPicPr>
        <p:blipFill>
          <a:blip r:embed="rId3"/>
          <a:stretch>
            <a:fillRect/>
          </a:stretch>
        </p:blipFill>
        <p:spPr>
          <a:xfrm>
            <a:off x="874671" y="1300838"/>
            <a:ext cx="5689553" cy="2229690"/>
          </a:xfrm>
          <a:prstGeom prst="rect">
            <a:avLst/>
          </a:prstGeom>
        </p:spPr>
      </p:pic>
      <p:pic>
        <p:nvPicPr>
          <p:cNvPr id="7" name="Image 6">
            <a:extLst>
              <a:ext uri="{FF2B5EF4-FFF2-40B4-BE49-F238E27FC236}">
                <a16:creationId xmlns:a16="http://schemas.microsoft.com/office/drawing/2014/main" id="{4CEDB7A5-46A2-4254-E45B-88414D1EF17B}"/>
              </a:ext>
            </a:extLst>
          </p:cNvPr>
          <p:cNvPicPr>
            <a:picLocks noChangeAspect="1"/>
          </p:cNvPicPr>
          <p:nvPr/>
        </p:nvPicPr>
        <p:blipFill>
          <a:blip r:embed="rId4"/>
          <a:stretch>
            <a:fillRect/>
          </a:stretch>
        </p:blipFill>
        <p:spPr>
          <a:xfrm>
            <a:off x="830262" y="3719620"/>
            <a:ext cx="5828933" cy="2276434"/>
          </a:xfrm>
          <a:prstGeom prst="rect">
            <a:avLst/>
          </a:prstGeom>
        </p:spPr>
      </p:pic>
      <p:sp>
        <p:nvSpPr>
          <p:cNvPr id="8" name="ZoneTexte 7">
            <a:extLst>
              <a:ext uri="{FF2B5EF4-FFF2-40B4-BE49-F238E27FC236}">
                <a16:creationId xmlns:a16="http://schemas.microsoft.com/office/drawing/2014/main" id="{7B406318-36CD-3AFF-3869-CD5906448EAD}"/>
              </a:ext>
            </a:extLst>
          </p:cNvPr>
          <p:cNvSpPr txBox="1"/>
          <p:nvPr/>
        </p:nvSpPr>
        <p:spPr>
          <a:xfrm>
            <a:off x="7112282" y="1782395"/>
            <a:ext cx="3697396" cy="3323987"/>
          </a:xfrm>
          <a:prstGeom prst="rect">
            <a:avLst/>
          </a:prstGeom>
          <a:noFill/>
        </p:spPr>
        <p:txBody>
          <a:bodyPr wrap="square" rtlCol="0">
            <a:spAutoFit/>
          </a:bodyPr>
          <a:lstStyle/>
          <a:p>
            <a:r>
              <a:rPr lang="fr-FR" sz="1400" dirty="0">
                <a:latin typeface="Aptos" panose="020B0004020202020204" pitchFamily="34" charset="0"/>
              </a:rPr>
              <a:t> Ce n’est pas parce qu’un produit figure parmi les meilleures ventes qu’il génère le plus de chiffre d’affaires.</a:t>
            </a:r>
          </a:p>
          <a:p>
            <a:endParaRPr lang="fr-FR" sz="1400" dirty="0">
              <a:latin typeface="Aptos" panose="020B0004020202020204" pitchFamily="34" charset="0"/>
            </a:endParaRPr>
          </a:p>
          <a:p>
            <a:r>
              <a:rPr lang="fr-FR" sz="1400" dirty="0">
                <a:latin typeface="Aptos" panose="020B0004020202020204" pitchFamily="34" charset="0"/>
              </a:rPr>
              <a:t>On constate également que la catégorie 0 se retrouve en bas des préférences clients.</a:t>
            </a:r>
          </a:p>
          <a:p>
            <a:endParaRPr lang="fr-FR" sz="1400" dirty="0">
              <a:latin typeface="Aptos" panose="020B0004020202020204" pitchFamily="34" charset="0"/>
            </a:endParaRPr>
          </a:p>
          <a:p>
            <a:endParaRPr lang="fr-FR" sz="1400" dirty="0">
              <a:latin typeface="Aptos" panose="020B0004020202020204" pitchFamily="34" charset="0"/>
            </a:endParaRPr>
          </a:p>
          <a:p>
            <a:r>
              <a:rPr lang="fr-FR" sz="1400" dirty="0">
                <a:latin typeface="Aptos" panose="020B0004020202020204" pitchFamily="34" charset="0"/>
              </a:rPr>
              <a:t>Concernant la distribution des prix, les trois catégories présentent des niveaux tarifaires distincts :</a:t>
            </a:r>
          </a:p>
          <a:p>
            <a:endParaRPr lang="fr-FR" sz="1400" dirty="0">
              <a:latin typeface="Aptos" panose="020B0004020202020204" pitchFamily="34" charset="0"/>
            </a:endParaRPr>
          </a:p>
          <a:p>
            <a:pPr marL="285750" indent="-285750">
              <a:buFont typeface="Arial" panose="020B0604020202020204" pitchFamily="34" charset="0"/>
              <a:buChar char="•"/>
            </a:pPr>
            <a:r>
              <a:rPr lang="fr-FR" sz="1400" dirty="0">
                <a:latin typeface="Aptos" panose="020B0004020202020204" pitchFamily="34" charset="0"/>
              </a:rPr>
              <a:t>Catégorie 0 : produits autour de 10 €</a:t>
            </a:r>
          </a:p>
          <a:p>
            <a:pPr marL="285750" indent="-285750">
              <a:buFont typeface="Arial" panose="020B0604020202020204" pitchFamily="34" charset="0"/>
              <a:buChar char="•"/>
            </a:pPr>
            <a:r>
              <a:rPr lang="fr-FR" sz="1400" dirty="0">
                <a:latin typeface="Aptos" panose="020B0004020202020204" pitchFamily="34" charset="0"/>
              </a:rPr>
              <a:t>Catégorie 1 : produits autour de 25 €</a:t>
            </a:r>
          </a:p>
          <a:p>
            <a:pPr marL="285750" indent="-285750">
              <a:buFont typeface="Arial" panose="020B0604020202020204" pitchFamily="34" charset="0"/>
              <a:buChar char="•"/>
            </a:pPr>
            <a:r>
              <a:rPr lang="fr-FR" sz="1400" dirty="0">
                <a:latin typeface="Aptos" panose="020B0004020202020204" pitchFamily="34" charset="0"/>
              </a:rPr>
              <a:t>Catégorie 2 : produits autour de 100 € </a:t>
            </a:r>
            <a:endParaRPr lang="fr-FR" sz="1200" dirty="0">
              <a:latin typeface="Aptos" panose="020B0004020202020204" pitchFamily="34" charset="0"/>
            </a:endParaRPr>
          </a:p>
        </p:txBody>
      </p:sp>
    </p:spTree>
    <p:extLst>
      <p:ext uri="{BB962C8B-B14F-4D97-AF65-F5344CB8AC3E}">
        <p14:creationId xmlns:p14="http://schemas.microsoft.com/office/powerpoint/2010/main" val="1409913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87F12-7833-CBA5-6770-B42BA15A5642}"/>
            </a:ext>
          </a:extLst>
        </p:cNvPr>
        <p:cNvGrpSpPr/>
        <p:nvPr/>
      </p:nvGrpSpPr>
      <p:grpSpPr>
        <a:xfrm>
          <a:off x="0" y="0"/>
          <a:ext cx="0" cy="0"/>
          <a:chOff x="0" y="0"/>
          <a:chExt cx="0" cy="0"/>
        </a:xfrm>
      </p:grpSpPr>
      <p:pic>
        <p:nvPicPr>
          <p:cNvPr id="9" name="Picture 3">
            <a:extLst>
              <a:ext uri="{FF2B5EF4-FFF2-40B4-BE49-F238E27FC236}">
                <a16:creationId xmlns:a16="http://schemas.microsoft.com/office/drawing/2014/main" id="{1D29CD93-344F-EE75-9A7F-A52667D62536}"/>
              </a:ext>
            </a:extLst>
          </p:cNvPr>
          <p:cNvPicPr>
            <a:picLocks noChangeAspect="1"/>
          </p:cNvPicPr>
          <p:nvPr/>
        </p:nvPicPr>
        <p:blipFill>
          <a:blip r:embed="rId2"/>
          <a:srcRect l="25896" r="13250"/>
          <a:stretch>
            <a:fillRect/>
          </a:stretch>
        </p:blipFill>
        <p:spPr>
          <a:xfrm>
            <a:off x="-3517753" y="1"/>
            <a:ext cx="4173349" cy="6857999"/>
          </a:xfrm>
          <a:prstGeom prst="rect">
            <a:avLst/>
          </a:prstGeom>
          <a:ln>
            <a:solidFill>
              <a:schemeClr val="bg2">
                <a:lumMod val="75000"/>
              </a:schemeClr>
            </a:solidFill>
          </a:ln>
        </p:spPr>
      </p:pic>
      <p:sp>
        <p:nvSpPr>
          <p:cNvPr id="5" name="Espace réservé du numéro de diapositive 4">
            <a:extLst>
              <a:ext uri="{FF2B5EF4-FFF2-40B4-BE49-F238E27FC236}">
                <a16:creationId xmlns:a16="http://schemas.microsoft.com/office/drawing/2014/main" id="{607FAC4A-EC89-E4B6-FF5D-4A800D2CDC7B}"/>
              </a:ext>
            </a:extLst>
          </p:cNvPr>
          <p:cNvSpPr>
            <a:spLocks noGrp="1"/>
          </p:cNvSpPr>
          <p:nvPr>
            <p:ph type="sldNum" sz="quarter" idx="12"/>
          </p:nvPr>
        </p:nvSpPr>
        <p:spPr/>
        <p:txBody>
          <a:bodyPr/>
          <a:lstStyle/>
          <a:p>
            <a:fld id="{49ABCAEC-7D34-E549-A96E-FCEDAADBE4B0}" type="slidenum">
              <a:rPr lang="en-US" smtClean="0"/>
              <a:t>8</a:t>
            </a:fld>
            <a:endParaRPr lang="en-US"/>
          </a:p>
        </p:txBody>
      </p:sp>
      <p:sp>
        <p:nvSpPr>
          <p:cNvPr id="4" name="Titre 3">
            <a:extLst>
              <a:ext uri="{FF2B5EF4-FFF2-40B4-BE49-F238E27FC236}">
                <a16:creationId xmlns:a16="http://schemas.microsoft.com/office/drawing/2014/main" id="{0C130B8F-9744-FB38-921F-584ED0F20F74}"/>
              </a:ext>
            </a:extLst>
          </p:cNvPr>
          <p:cNvSpPr>
            <a:spLocks noGrp="1"/>
          </p:cNvSpPr>
          <p:nvPr>
            <p:ph type="title"/>
          </p:nvPr>
        </p:nvSpPr>
        <p:spPr>
          <a:xfrm>
            <a:off x="874671" y="199390"/>
            <a:ext cx="7335835" cy="1268984"/>
          </a:xfrm>
        </p:spPr>
        <p:txBody>
          <a:bodyPr/>
          <a:lstStyle/>
          <a:p>
            <a:r>
              <a:rPr lang="fr-FR" dirty="0">
                <a:latin typeface="Aptos" panose="020B0004020202020204" pitchFamily="34" charset="0"/>
              </a:rPr>
              <a:t>Nos clients : </a:t>
            </a:r>
            <a:r>
              <a:rPr lang="fr-FR" sz="2800" dirty="0">
                <a:latin typeface="Aptos" panose="020B0004020202020204" pitchFamily="34" charset="0"/>
              </a:rPr>
              <a:t>Entreprises</a:t>
            </a:r>
          </a:p>
        </p:txBody>
      </p:sp>
      <p:sp>
        <p:nvSpPr>
          <p:cNvPr id="10" name="ZoneTexte 9">
            <a:extLst>
              <a:ext uri="{FF2B5EF4-FFF2-40B4-BE49-F238E27FC236}">
                <a16:creationId xmlns:a16="http://schemas.microsoft.com/office/drawing/2014/main" id="{F4FFC5BA-D9F0-B8BD-0939-5E7E68D2A7C0}"/>
              </a:ext>
            </a:extLst>
          </p:cNvPr>
          <p:cNvSpPr txBox="1"/>
          <p:nvPr/>
        </p:nvSpPr>
        <p:spPr>
          <a:xfrm>
            <a:off x="655596" y="6185147"/>
            <a:ext cx="3438144" cy="276999"/>
          </a:xfrm>
          <a:prstGeom prst="rect">
            <a:avLst/>
          </a:prstGeom>
          <a:noFill/>
        </p:spPr>
        <p:txBody>
          <a:bodyPr wrap="square" rtlCol="0">
            <a:spAutoFit/>
          </a:bodyPr>
          <a:lstStyle/>
          <a:p>
            <a:r>
              <a:rPr lang="fr-FR" sz="1200" dirty="0">
                <a:latin typeface="Aptos" panose="020B0004020202020204" pitchFamily="34" charset="0"/>
              </a:rPr>
              <a:t>Claudie Humbert – Data Analyst</a:t>
            </a:r>
          </a:p>
        </p:txBody>
      </p:sp>
      <p:sp>
        <p:nvSpPr>
          <p:cNvPr id="17" name="Demi-cadre 16">
            <a:extLst>
              <a:ext uri="{FF2B5EF4-FFF2-40B4-BE49-F238E27FC236}">
                <a16:creationId xmlns:a16="http://schemas.microsoft.com/office/drawing/2014/main" id="{31983EDD-67F2-193E-7A83-88F1C1ABE933}"/>
              </a:ext>
            </a:extLst>
          </p:cNvPr>
          <p:cNvSpPr/>
          <p:nvPr/>
        </p:nvSpPr>
        <p:spPr>
          <a:xfrm rot="10800000">
            <a:off x="830260" y="423419"/>
            <a:ext cx="5099199" cy="452487"/>
          </a:xfrm>
          <a:prstGeom prst="halfFrame">
            <a:avLst>
              <a:gd name="adj1" fmla="val 14583"/>
              <a:gd name="adj2" fmla="val 14583"/>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pic>
        <p:nvPicPr>
          <p:cNvPr id="7" name="Image 6">
            <a:extLst>
              <a:ext uri="{FF2B5EF4-FFF2-40B4-BE49-F238E27FC236}">
                <a16:creationId xmlns:a16="http://schemas.microsoft.com/office/drawing/2014/main" id="{0E8E0818-532B-5C18-19CE-C2EFE53AC4EB}"/>
              </a:ext>
            </a:extLst>
          </p:cNvPr>
          <p:cNvPicPr>
            <a:picLocks noChangeAspect="1"/>
          </p:cNvPicPr>
          <p:nvPr/>
        </p:nvPicPr>
        <p:blipFill>
          <a:blip r:embed="rId3"/>
          <a:stretch>
            <a:fillRect/>
          </a:stretch>
        </p:blipFill>
        <p:spPr>
          <a:xfrm>
            <a:off x="1806168" y="1463409"/>
            <a:ext cx="4575144" cy="4134235"/>
          </a:xfrm>
          <a:prstGeom prst="rect">
            <a:avLst/>
          </a:prstGeom>
        </p:spPr>
      </p:pic>
      <p:sp>
        <p:nvSpPr>
          <p:cNvPr id="8" name="ZoneTexte 7">
            <a:extLst>
              <a:ext uri="{FF2B5EF4-FFF2-40B4-BE49-F238E27FC236}">
                <a16:creationId xmlns:a16="http://schemas.microsoft.com/office/drawing/2014/main" id="{F9D5D557-D6EA-30C0-7AE0-A19F3291B81E}"/>
              </a:ext>
            </a:extLst>
          </p:cNvPr>
          <p:cNvSpPr txBox="1"/>
          <p:nvPr/>
        </p:nvSpPr>
        <p:spPr>
          <a:xfrm>
            <a:off x="6886039" y="2532735"/>
            <a:ext cx="3176833" cy="2000548"/>
          </a:xfrm>
          <a:prstGeom prst="rect">
            <a:avLst/>
          </a:prstGeom>
          <a:noFill/>
        </p:spPr>
        <p:txBody>
          <a:bodyPr wrap="square" rtlCol="0">
            <a:spAutoFit/>
          </a:bodyPr>
          <a:lstStyle/>
          <a:p>
            <a:r>
              <a:rPr lang="fr-FR" sz="1600" dirty="0">
                <a:latin typeface="Aptos" panose="020B0004020202020204" pitchFamily="34" charset="0"/>
              </a:rPr>
              <a:t>Nous avons quatre clients entreprises avec des comportements d’achat différents. Pour la suite de l’analyse, nous avons dû isoler ces clients afin de ne pas fausser les résultats</a:t>
            </a:r>
            <a:endParaRPr lang="fr-FR" sz="1200" dirty="0">
              <a:latin typeface="Aptos" panose="020B0004020202020204" pitchFamily="34" charset="0"/>
            </a:endParaRPr>
          </a:p>
          <a:p>
            <a:endParaRPr lang="fr-FR" sz="1200" dirty="0">
              <a:latin typeface="Aptos" panose="020B0004020202020204" pitchFamily="34" charset="0"/>
            </a:endParaRPr>
          </a:p>
        </p:txBody>
      </p:sp>
    </p:spTree>
    <p:extLst>
      <p:ext uri="{BB962C8B-B14F-4D97-AF65-F5344CB8AC3E}">
        <p14:creationId xmlns:p14="http://schemas.microsoft.com/office/powerpoint/2010/main" val="274797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47C97-3BB0-81D0-6FDB-F483B83AFEDF}"/>
            </a:ext>
          </a:extLst>
        </p:cNvPr>
        <p:cNvGrpSpPr/>
        <p:nvPr/>
      </p:nvGrpSpPr>
      <p:grpSpPr>
        <a:xfrm>
          <a:off x="0" y="0"/>
          <a:ext cx="0" cy="0"/>
          <a:chOff x="0" y="0"/>
          <a:chExt cx="0" cy="0"/>
        </a:xfrm>
      </p:grpSpPr>
      <p:pic>
        <p:nvPicPr>
          <p:cNvPr id="9" name="Picture 3">
            <a:extLst>
              <a:ext uri="{FF2B5EF4-FFF2-40B4-BE49-F238E27FC236}">
                <a16:creationId xmlns:a16="http://schemas.microsoft.com/office/drawing/2014/main" id="{BA56AAD8-F463-82BD-5797-D94E5B7DDDCB}"/>
              </a:ext>
            </a:extLst>
          </p:cNvPr>
          <p:cNvPicPr>
            <a:picLocks noChangeAspect="1"/>
          </p:cNvPicPr>
          <p:nvPr/>
        </p:nvPicPr>
        <p:blipFill>
          <a:blip r:embed="rId2"/>
          <a:srcRect l="25896" r="13250"/>
          <a:stretch>
            <a:fillRect/>
          </a:stretch>
        </p:blipFill>
        <p:spPr>
          <a:xfrm>
            <a:off x="-3517753" y="1"/>
            <a:ext cx="4173349" cy="6857999"/>
          </a:xfrm>
          <a:prstGeom prst="rect">
            <a:avLst/>
          </a:prstGeom>
          <a:ln>
            <a:solidFill>
              <a:schemeClr val="bg2">
                <a:lumMod val="75000"/>
              </a:schemeClr>
            </a:solidFill>
          </a:ln>
        </p:spPr>
      </p:pic>
      <p:sp>
        <p:nvSpPr>
          <p:cNvPr id="5" name="Espace réservé du numéro de diapositive 4">
            <a:extLst>
              <a:ext uri="{FF2B5EF4-FFF2-40B4-BE49-F238E27FC236}">
                <a16:creationId xmlns:a16="http://schemas.microsoft.com/office/drawing/2014/main" id="{7D064124-AEB0-F67A-4B1C-D1218B99C31D}"/>
              </a:ext>
            </a:extLst>
          </p:cNvPr>
          <p:cNvSpPr>
            <a:spLocks noGrp="1"/>
          </p:cNvSpPr>
          <p:nvPr>
            <p:ph type="sldNum" sz="quarter" idx="12"/>
          </p:nvPr>
        </p:nvSpPr>
        <p:spPr/>
        <p:txBody>
          <a:bodyPr/>
          <a:lstStyle/>
          <a:p>
            <a:fld id="{49ABCAEC-7D34-E549-A96E-FCEDAADBE4B0}" type="slidenum">
              <a:rPr lang="en-US" smtClean="0"/>
              <a:t>9</a:t>
            </a:fld>
            <a:endParaRPr lang="en-US"/>
          </a:p>
        </p:txBody>
      </p:sp>
      <p:sp>
        <p:nvSpPr>
          <p:cNvPr id="4" name="Titre 3">
            <a:extLst>
              <a:ext uri="{FF2B5EF4-FFF2-40B4-BE49-F238E27FC236}">
                <a16:creationId xmlns:a16="http://schemas.microsoft.com/office/drawing/2014/main" id="{D372EB3B-5253-B948-9BCE-79D0343FB919}"/>
              </a:ext>
            </a:extLst>
          </p:cNvPr>
          <p:cNvSpPr>
            <a:spLocks noGrp="1"/>
          </p:cNvSpPr>
          <p:nvPr>
            <p:ph type="title"/>
          </p:nvPr>
        </p:nvSpPr>
        <p:spPr>
          <a:xfrm>
            <a:off x="874671" y="199390"/>
            <a:ext cx="7335835" cy="1268984"/>
          </a:xfrm>
        </p:spPr>
        <p:txBody>
          <a:bodyPr/>
          <a:lstStyle/>
          <a:p>
            <a:r>
              <a:rPr lang="fr-FR" dirty="0">
                <a:latin typeface="Aptos" panose="020B0004020202020204" pitchFamily="34" charset="0"/>
              </a:rPr>
              <a:t>Nos clients : </a:t>
            </a:r>
            <a:r>
              <a:rPr lang="fr-FR" sz="2800" dirty="0">
                <a:latin typeface="Aptos" panose="020B0004020202020204" pitchFamily="34" charset="0"/>
              </a:rPr>
              <a:t>particuliers</a:t>
            </a:r>
          </a:p>
        </p:txBody>
      </p:sp>
      <p:sp>
        <p:nvSpPr>
          <p:cNvPr id="10" name="ZoneTexte 9">
            <a:extLst>
              <a:ext uri="{FF2B5EF4-FFF2-40B4-BE49-F238E27FC236}">
                <a16:creationId xmlns:a16="http://schemas.microsoft.com/office/drawing/2014/main" id="{D2C81574-59EB-2CAC-EE5C-5DCB9E95E8BF}"/>
              </a:ext>
            </a:extLst>
          </p:cNvPr>
          <p:cNvSpPr txBox="1"/>
          <p:nvPr/>
        </p:nvSpPr>
        <p:spPr>
          <a:xfrm>
            <a:off x="655596" y="6185147"/>
            <a:ext cx="3438144" cy="276999"/>
          </a:xfrm>
          <a:prstGeom prst="rect">
            <a:avLst/>
          </a:prstGeom>
          <a:noFill/>
        </p:spPr>
        <p:txBody>
          <a:bodyPr wrap="square" rtlCol="0">
            <a:spAutoFit/>
          </a:bodyPr>
          <a:lstStyle/>
          <a:p>
            <a:r>
              <a:rPr lang="fr-FR" sz="1200" dirty="0">
                <a:latin typeface="Aptos" panose="020B0004020202020204" pitchFamily="34" charset="0"/>
              </a:rPr>
              <a:t>Claudie Humbert – Data Analyst</a:t>
            </a:r>
          </a:p>
        </p:txBody>
      </p:sp>
      <p:sp>
        <p:nvSpPr>
          <p:cNvPr id="17" name="Demi-cadre 16">
            <a:extLst>
              <a:ext uri="{FF2B5EF4-FFF2-40B4-BE49-F238E27FC236}">
                <a16:creationId xmlns:a16="http://schemas.microsoft.com/office/drawing/2014/main" id="{238BE4FB-BC47-DF9E-2EDE-B0E8292B0B04}"/>
              </a:ext>
            </a:extLst>
          </p:cNvPr>
          <p:cNvSpPr/>
          <p:nvPr/>
        </p:nvSpPr>
        <p:spPr>
          <a:xfrm rot="10800000">
            <a:off x="830260" y="423419"/>
            <a:ext cx="5099199" cy="452487"/>
          </a:xfrm>
          <a:prstGeom prst="halfFrame">
            <a:avLst>
              <a:gd name="adj1" fmla="val 14583"/>
              <a:gd name="adj2" fmla="val 14583"/>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pic>
        <p:nvPicPr>
          <p:cNvPr id="7" name="Image 6">
            <a:extLst>
              <a:ext uri="{FF2B5EF4-FFF2-40B4-BE49-F238E27FC236}">
                <a16:creationId xmlns:a16="http://schemas.microsoft.com/office/drawing/2014/main" id="{874357A4-4482-BA79-5DC2-79FC9871F4EC}"/>
              </a:ext>
            </a:extLst>
          </p:cNvPr>
          <p:cNvPicPr>
            <a:picLocks noChangeAspect="1"/>
          </p:cNvPicPr>
          <p:nvPr/>
        </p:nvPicPr>
        <p:blipFill>
          <a:blip r:embed="rId3"/>
          <a:stretch>
            <a:fillRect/>
          </a:stretch>
        </p:blipFill>
        <p:spPr>
          <a:xfrm>
            <a:off x="830260" y="1247182"/>
            <a:ext cx="5653659" cy="2579578"/>
          </a:xfrm>
          <a:prstGeom prst="rect">
            <a:avLst/>
          </a:prstGeom>
        </p:spPr>
      </p:pic>
      <p:pic>
        <p:nvPicPr>
          <p:cNvPr id="11" name="Image 10">
            <a:extLst>
              <a:ext uri="{FF2B5EF4-FFF2-40B4-BE49-F238E27FC236}">
                <a16:creationId xmlns:a16="http://schemas.microsoft.com/office/drawing/2014/main" id="{3379CC48-C6C5-BD36-FBC1-7A08C14456A8}"/>
              </a:ext>
            </a:extLst>
          </p:cNvPr>
          <p:cNvPicPr>
            <a:picLocks noChangeAspect="1"/>
          </p:cNvPicPr>
          <p:nvPr/>
        </p:nvPicPr>
        <p:blipFill>
          <a:blip r:embed="rId4"/>
          <a:stretch>
            <a:fillRect/>
          </a:stretch>
        </p:blipFill>
        <p:spPr>
          <a:xfrm>
            <a:off x="7165017" y="2871284"/>
            <a:ext cx="3644661" cy="3019694"/>
          </a:xfrm>
          <a:prstGeom prst="rect">
            <a:avLst/>
          </a:prstGeom>
        </p:spPr>
      </p:pic>
      <p:sp>
        <p:nvSpPr>
          <p:cNvPr id="12" name="ZoneTexte 11">
            <a:extLst>
              <a:ext uri="{FF2B5EF4-FFF2-40B4-BE49-F238E27FC236}">
                <a16:creationId xmlns:a16="http://schemas.microsoft.com/office/drawing/2014/main" id="{AE94379E-8B1A-3A85-41A9-CAD630062868}"/>
              </a:ext>
            </a:extLst>
          </p:cNvPr>
          <p:cNvSpPr txBox="1"/>
          <p:nvPr/>
        </p:nvSpPr>
        <p:spPr>
          <a:xfrm>
            <a:off x="6658583" y="1292666"/>
            <a:ext cx="3176833" cy="1569660"/>
          </a:xfrm>
          <a:prstGeom prst="rect">
            <a:avLst/>
          </a:prstGeom>
          <a:noFill/>
        </p:spPr>
        <p:txBody>
          <a:bodyPr wrap="square" rtlCol="0">
            <a:spAutoFit/>
          </a:bodyPr>
          <a:lstStyle/>
          <a:p>
            <a:r>
              <a:rPr lang="fr-FR" sz="1400" dirty="0">
                <a:latin typeface="Aptos" panose="020B0004020202020204" pitchFamily="34" charset="0"/>
              </a:rPr>
              <a:t>La clientèle est légèrement plus féminine, mais le genre reste globalement équilibré. L’âge moyen se situe autour de 45 ans. Notre plus jeune client a 19 ans et le plus âgé 94 ans.</a:t>
            </a:r>
            <a:endParaRPr lang="fr-FR" sz="1200" dirty="0">
              <a:latin typeface="Aptos" panose="020B0004020202020204" pitchFamily="34" charset="0"/>
            </a:endParaRPr>
          </a:p>
          <a:p>
            <a:endParaRPr lang="fr-FR" sz="1200" dirty="0">
              <a:latin typeface="Aptos" panose="020B0004020202020204" pitchFamily="34" charset="0"/>
            </a:endParaRPr>
          </a:p>
        </p:txBody>
      </p:sp>
      <p:sp>
        <p:nvSpPr>
          <p:cNvPr id="13" name="ZoneTexte 12">
            <a:extLst>
              <a:ext uri="{FF2B5EF4-FFF2-40B4-BE49-F238E27FC236}">
                <a16:creationId xmlns:a16="http://schemas.microsoft.com/office/drawing/2014/main" id="{5B1643CF-C932-3F99-F762-26157416763E}"/>
              </a:ext>
            </a:extLst>
          </p:cNvPr>
          <p:cNvSpPr txBox="1"/>
          <p:nvPr/>
        </p:nvSpPr>
        <p:spPr>
          <a:xfrm>
            <a:off x="3798491" y="4198035"/>
            <a:ext cx="3176833" cy="954107"/>
          </a:xfrm>
          <a:prstGeom prst="rect">
            <a:avLst/>
          </a:prstGeom>
          <a:noFill/>
        </p:spPr>
        <p:txBody>
          <a:bodyPr wrap="square" rtlCol="0">
            <a:spAutoFit/>
          </a:bodyPr>
          <a:lstStyle/>
          <a:p>
            <a:pPr algn="r"/>
            <a:r>
              <a:rPr lang="fr-FR" sz="1400" dirty="0">
                <a:latin typeface="Aptos" panose="020B0004020202020204" pitchFamily="34" charset="0"/>
              </a:rPr>
              <a:t>Une minorité de clients génère une part importante du chiffre d’affaires. Pour atteindre 80 % du chiffre d’affaires, il faut 65 % de nos clients.</a:t>
            </a:r>
          </a:p>
        </p:txBody>
      </p:sp>
    </p:spTree>
    <p:extLst>
      <p:ext uri="{BB962C8B-B14F-4D97-AF65-F5344CB8AC3E}">
        <p14:creationId xmlns:p14="http://schemas.microsoft.com/office/powerpoint/2010/main" val="26678523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3DC8C-47A1-CB37-9FB4-3C197AB2AF75}"/>
            </a:ext>
          </a:extLst>
        </p:cNvPr>
        <p:cNvGrpSpPr/>
        <p:nvPr/>
      </p:nvGrpSpPr>
      <p:grpSpPr>
        <a:xfrm>
          <a:off x="0" y="0"/>
          <a:ext cx="0" cy="0"/>
          <a:chOff x="0" y="0"/>
          <a:chExt cx="0" cy="0"/>
        </a:xfrm>
      </p:grpSpPr>
      <p:pic>
        <p:nvPicPr>
          <p:cNvPr id="9" name="Picture 3">
            <a:extLst>
              <a:ext uri="{FF2B5EF4-FFF2-40B4-BE49-F238E27FC236}">
                <a16:creationId xmlns:a16="http://schemas.microsoft.com/office/drawing/2014/main" id="{E965C432-209E-DA41-69B8-814A646259BB}"/>
              </a:ext>
            </a:extLst>
          </p:cNvPr>
          <p:cNvPicPr>
            <a:picLocks noChangeAspect="1"/>
          </p:cNvPicPr>
          <p:nvPr/>
        </p:nvPicPr>
        <p:blipFill>
          <a:blip r:embed="rId2"/>
          <a:srcRect l="25896" r="13250"/>
          <a:stretch>
            <a:fillRect/>
          </a:stretch>
        </p:blipFill>
        <p:spPr>
          <a:xfrm>
            <a:off x="-3517753" y="1"/>
            <a:ext cx="4173349" cy="6857999"/>
          </a:xfrm>
          <a:prstGeom prst="rect">
            <a:avLst/>
          </a:prstGeom>
          <a:ln>
            <a:solidFill>
              <a:schemeClr val="bg2">
                <a:lumMod val="75000"/>
              </a:schemeClr>
            </a:solidFill>
          </a:ln>
        </p:spPr>
      </p:pic>
      <p:sp>
        <p:nvSpPr>
          <p:cNvPr id="5" name="Espace réservé du numéro de diapositive 4">
            <a:extLst>
              <a:ext uri="{FF2B5EF4-FFF2-40B4-BE49-F238E27FC236}">
                <a16:creationId xmlns:a16="http://schemas.microsoft.com/office/drawing/2014/main" id="{C973A949-A1AB-72D9-9488-D4C74E969F25}"/>
              </a:ext>
            </a:extLst>
          </p:cNvPr>
          <p:cNvSpPr>
            <a:spLocks noGrp="1"/>
          </p:cNvSpPr>
          <p:nvPr>
            <p:ph type="sldNum" sz="quarter" idx="12"/>
          </p:nvPr>
        </p:nvSpPr>
        <p:spPr/>
        <p:txBody>
          <a:bodyPr/>
          <a:lstStyle/>
          <a:p>
            <a:fld id="{49ABCAEC-7D34-E549-A96E-FCEDAADBE4B0}" type="slidenum">
              <a:rPr lang="en-US" smtClean="0"/>
              <a:t>10</a:t>
            </a:fld>
            <a:endParaRPr lang="en-US"/>
          </a:p>
        </p:txBody>
      </p:sp>
      <p:sp>
        <p:nvSpPr>
          <p:cNvPr id="4" name="Titre 3">
            <a:extLst>
              <a:ext uri="{FF2B5EF4-FFF2-40B4-BE49-F238E27FC236}">
                <a16:creationId xmlns:a16="http://schemas.microsoft.com/office/drawing/2014/main" id="{FD6D9BF0-3BEE-D5E0-3C82-7E734E55CD5B}"/>
              </a:ext>
            </a:extLst>
          </p:cNvPr>
          <p:cNvSpPr>
            <a:spLocks noGrp="1"/>
          </p:cNvSpPr>
          <p:nvPr>
            <p:ph type="title"/>
          </p:nvPr>
        </p:nvSpPr>
        <p:spPr>
          <a:xfrm>
            <a:off x="874671" y="199390"/>
            <a:ext cx="7335835" cy="1268984"/>
          </a:xfrm>
        </p:spPr>
        <p:txBody>
          <a:bodyPr/>
          <a:lstStyle/>
          <a:p>
            <a:r>
              <a:rPr lang="fr-FR" dirty="0">
                <a:latin typeface="Aptos" panose="020B0004020202020204" pitchFamily="34" charset="0"/>
              </a:rPr>
              <a:t>Analyses des corrélations</a:t>
            </a:r>
          </a:p>
        </p:txBody>
      </p:sp>
      <p:sp>
        <p:nvSpPr>
          <p:cNvPr id="10" name="ZoneTexte 9">
            <a:extLst>
              <a:ext uri="{FF2B5EF4-FFF2-40B4-BE49-F238E27FC236}">
                <a16:creationId xmlns:a16="http://schemas.microsoft.com/office/drawing/2014/main" id="{0D629C5A-DBCA-224C-2A47-DEEC7AF57FD9}"/>
              </a:ext>
            </a:extLst>
          </p:cNvPr>
          <p:cNvSpPr txBox="1"/>
          <p:nvPr/>
        </p:nvSpPr>
        <p:spPr>
          <a:xfrm>
            <a:off x="655596" y="6185147"/>
            <a:ext cx="3438144" cy="276999"/>
          </a:xfrm>
          <a:prstGeom prst="rect">
            <a:avLst/>
          </a:prstGeom>
          <a:noFill/>
        </p:spPr>
        <p:txBody>
          <a:bodyPr wrap="square" rtlCol="0">
            <a:spAutoFit/>
          </a:bodyPr>
          <a:lstStyle/>
          <a:p>
            <a:r>
              <a:rPr lang="fr-FR" sz="1200" dirty="0">
                <a:latin typeface="Aptos" panose="020B0004020202020204" pitchFamily="34" charset="0"/>
              </a:rPr>
              <a:t>Claudie Humbert – Data Analyst</a:t>
            </a:r>
          </a:p>
        </p:txBody>
      </p:sp>
      <p:sp>
        <p:nvSpPr>
          <p:cNvPr id="17" name="Demi-cadre 16">
            <a:extLst>
              <a:ext uri="{FF2B5EF4-FFF2-40B4-BE49-F238E27FC236}">
                <a16:creationId xmlns:a16="http://schemas.microsoft.com/office/drawing/2014/main" id="{50C09706-CE3A-37E2-6F95-88B80BCE3937}"/>
              </a:ext>
            </a:extLst>
          </p:cNvPr>
          <p:cNvSpPr/>
          <p:nvPr/>
        </p:nvSpPr>
        <p:spPr>
          <a:xfrm rot="10800000">
            <a:off x="830261" y="423420"/>
            <a:ext cx="6237288" cy="452487"/>
          </a:xfrm>
          <a:prstGeom prst="halfFrame">
            <a:avLst>
              <a:gd name="adj1" fmla="val 14583"/>
              <a:gd name="adj2" fmla="val 14583"/>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 name="ZoneTexte 1">
            <a:extLst>
              <a:ext uri="{FF2B5EF4-FFF2-40B4-BE49-F238E27FC236}">
                <a16:creationId xmlns:a16="http://schemas.microsoft.com/office/drawing/2014/main" id="{1009F493-8CCE-A92B-65CB-88186AC3821D}"/>
              </a:ext>
            </a:extLst>
          </p:cNvPr>
          <p:cNvSpPr txBox="1"/>
          <p:nvPr/>
        </p:nvSpPr>
        <p:spPr>
          <a:xfrm>
            <a:off x="1348178" y="987475"/>
            <a:ext cx="6124869" cy="369332"/>
          </a:xfrm>
          <a:prstGeom prst="rect">
            <a:avLst/>
          </a:prstGeom>
          <a:noFill/>
        </p:spPr>
        <p:txBody>
          <a:bodyPr wrap="square" rtlCol="0">
            <a:spAutoFit/>
          </a:bodyPr>
          <a:lstStyle/>
          <a:p>
            <a:r>
              <a:rPr lang="fr-FR" dirty="0">
                <a:latin typeface="Aptos" panose="020B0004020202020204" pitchFamily="34" charset="0"/>
              </a:rPr>
              <a:t>Genre d’un client et les catégories des livres achetés</a:t>
            </a:r>
          </a:p>
        </p:txBody>
      </p:sp>
      <p:cxnSp>
        <p:nvCxnSpPr>
          <p:cNvPr id="6" name="Connecteur droit 5">
            <a:extLst>
              <a:ext uri="{FF2B5EF4-FFF2-40B4-BE49-F238E27FC236}">
                <a16:creationId xmlns:a16="http://schemas.microsoft.com/office/drawing/2014/main" id="{890547B7-94F5-0958-B637-5D5A729359F9}"/>
              </a:ext>
            </a:extLst>
          </p:cNvPr>
          <p:cNvCxnSpPr>
            <a:cxnSpLocks/>
          </p:cNvCxnSpPr>
          <p:nvPr/>
        </p:nvCxnSpPr>
        <p:spPr>
          <a:xfrm>
            <a:off x="1668544" y="1356807"/>
            <a:ext cx="4694549" cy="0"/>
          </a:xfrm>
          <a:prstGeom prst="line">
            <a:avLst/>
          </a:prstGeom>
        </p:spPr>
        <p:style>
          <a:lnRef idx="1">
            <a:schemeClr val="dk1"/>
          </a:lnRef>
          <a:fillRef idx="0">
            <a:schemeClr val="dk1"/>
          </a:fillRef>
          <a:effectRef idx="0">
            <a:schemeClr val="dk1"/>
          </a:effectRef>
          <a:fontRef idx="minor">
            <a:schemeClr val="tx1"/>
          </a:fontRef>
        </p:style>
      </p:cxnSp>
      <p:pic>
        <p:nvPicPr>
          <p:cNvPr id="7" name="Image 6">
            <a:extLst>
              <a:ext uri="{FF2B5EF4-FFF2-40B4-BE49-F238E27FC236}">
                <a16:creationId xmlns:a16="http://schemas.microsoft.com/office/drawing/2014/main" id="{D83DC477-78A1-EE49-A298-A27AF1BDEFF0}"/>
              </a:ext>
            </a:extLst>
          </p:cNvPr>
          <p:cNvPicPr>
            <a:picLocks noChangeAspect="1"/>
          </p:cNvPicPr>
          <p:nvPr/>
        </p:nvPicPr>
        <p:blipFill>
          <a:blip r:embed="rId3"/>
          <a:stretch>
            <a:fillRect/>
          </a:stretch>
        </p:blipFill>
        <p:spPr>
          <a:xfrm>
            <a:off x="874671" y="1933469"/>
            <a:ext cx="5537684" cy="3437920"/>
          </a:xfrm>
          <a:prstGeom prst="rect">
            <a:avLst/>
          </a:prstGeom>
        </p:spPr>
      </p:pic>
      <p:sp>
        <p:nvSpPr>
          <p:cNvPr id="8" name="ZoneTexte 7">
            <a:extLst>
              <a:ext uri="{FF2B5EF4-FFF2-40B4-BE49-F238E27FC236}">
                <a16:creationId xmlns:a16="http://schemas.microsoft.com/office/drawing/2014/main" id="{87859526-F390-50FE-C711-C4079994A37B}"/>
              </a:ext>
            </a:extLst>
          </p:cNvPr>
          <p:cNvSpPr txBox="1"/>
          <p:nvPr/>
        </p:nvSpPr>
        <p:spPr>
          <a:xfrm>
            <a:off x="7067549" y="2929154"/>
            <a:ext cx="3176833" cy="1508105"/>
          </a:xfrm>
          <a:prstGeom prst="rect">
            <a:avLst/>
          </a:prstGeom>
          <a:noFill/>
        </p:spPr>
        <p:txBody>
          <a:bodyPr wrap="square" rtlCol="0">
            <a:spAutoFit/>
          </a:bodyPr>
          <a:lstStyle/>
          <a:p>
            <a:r>
              <a:rPr lang="fr-FR" sz="1600" dirty="0">
                <a:latin typeface="Aptos" panose="020B0004020202020204" pitchFamily="34" charset="0"/>
              </a:rPr>
              <a:t>Il existe une corrélation entre le genre et la catégorie de livres achetés, mais elle est trop faible pour avoir un impact significatif sur les revenus. </a:t>
            </a:r>
            <a:endParaRPr lang="fr-FR" sz="1200" dirty="0">
              <a:latin typeface="Aptos" panose="020B0004020202020204" pitchFamily="34" charset="0"/>
            </a:endParaRPr>
          </a:p>
          <a:p>
            <a:endParaRPr lang="fr-FR" sz="1200" dirty="0">
              <a:latin typeface="Aptos" panose="020B0004020202020204" pitchFamily="34" charset="0"/>
            </a:endParaRPr>
          </a:p>
        </p:txBody>
      </p:sp>
    </p:spTree>
    <p:extLst>
      <p:ext uri="{BB962C8B-B14F-4D97-AF65-F5344CB8AC3E}">
        <p14:creationId xmlns:p14="http://schemas.microsoft.com/office/powerpoint/2010/main" val="475342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CDBC6-20D2-CE2A-C5DF-D3C2DF1F1411}"/>
            </a:ext>
          </a:extLst>
        </p:cNvPr>
        <p:cNvGrpSpPr/>
        <p:nvPr/>
      </p:nvGrpSpPr>
      <p:grpSpPr>
        <a:xfrm>
          <a:off x="0" y="0"/>
          <a:ext cx="0" cy="0"/>
          <a:chOff x="0" y="0"/>
          <a:chExt cx="0" cy="0"/>
        </a:xfrm>
      </p:grpSpPr>
      <p:pic>
        <p:nvPicPr>
          <p:cNvPr id="9" name="Picture 3">
            <a:extLst>
              <a:ext uri="{FF2B5EF4-FFF2-40B4-BE49-F238E27FC236}">
                <a16:creationId xmlns:a16="http://schemas.microsoft.com/office/drawing/2014/main" id="{E2F053C4-9180-D81F-C2C6-A6890707DC34}"/>
              </a:ext>
            </a:extLst>
          </p:cNvPr>
          <p:cNvPicPr>
            <a:picLocks noChangeAspect="1"/>
          </p:cNvPicPr>
          <p:nvPr/>
        </p:nvPicPr>
        <p:blipFill>
          <a:blip r:embed="rId2"/>
          <a:srcRect l="25896" r="13250"/>
          <a:stretch>
            <a:fillRect/>
          </a:stretch>
        </p:blipFill>
        <p:spPr>
          <a:xfrm>
            <a:off x="-3517753" y="1"/>
            <a:ext cx="4173349" cy="6857999"/>
          </a:xfrm>
          <a:prstGeom prst="rect">
            <a:avLst/>
          </a:prstGeom>
          <a:ln>
            <a:solidFill>
              <a:schemeClr val="bg2">
                <a:lumMod val="75000"/>
              </a:schemeClr>
            </a:solidFill>
          </a:ln>
        </p:spPr>
      </p:pic>
      <p:sp>
        <p:nvSpPr>
          <p:cNvPr id="5" name="Espace réservé du numéro de diapositive 4">
            <a:extLst>
              <a:ext uri="{FF2B5EF4-FFF2-40B4-BE49-F238E27FC236}">
                <a16:creationId xmlns:a16="http://schemas.microsoft.com/office/drawing/2014/main" id="{24B17894-72E3-DA22-8015-C2BAD45435F3}"/>
              </a:ext>
            </a:extLst>
          </p:cNvPr>
          <p:cNvSpPr>
            <a:spLocks noGrp="1"/>
          </p:cNvSpPr>
          <p:nvPr>
            <p:ph type="sldNum" sz="quarter" idx="12"/>
          </p:nvPr>
        </p:nvSpPr>
        <p:spPr/>
        <p:txBody>
          <a:bodyPr/>
          <a:lstStyle/>
          <a:p>
            <a:fld id="{49ABCAEC-7D34-E549-A96E-FCEDAADBE4B0}" type="slidenum">
              <a:rPr lang="en-US" smtClean="0"/>
              <a:t>11</a:t>
            </a:fld>
            <a:endParaRPr lang="en-US"/>
          </a:p>
        </p:txBody>
      </p:sp>
      <p:sp>
        <p:nvSpPr>
          <p:cNvPr id="4" name="Titre 3">
            <a:extLst>
              <a:ext uri="{FF2B5EF4-FFF2-40B4-BE49-F238E27FC236}">
                <a16:creationId xmlns:a16="http://schemas.microsoft.com/office/drawing/2014/main" id="{BE5EF6DF-5D87-B7AC-B825-13A388CFB887}"/>
              </a:ext>
            </a:extLst>
          </p:cNvPr>
          <p:cNvSpPr>
            <a:spLocks noGrp="1"/>
          </p:cNvSpPr>
          <p:nvPr>
            <p:ph type="title"/>
          </p:nvPr>
        </p:nvSpPr>
        <p:spPr>
          <a:xfrm>
            <a:off x="874671" y="199390"/>
            <a:ext cx="7335835" cy="1268984"/>
          </a:xfrm>
        </p:spPr>
        <p:txBody>
          <a:bodyPr/>
          <a:lstStyle/>
          <a:p>
            <a:r>
              <a:rPr lang="fr-FR" dirty="0">
                <a:latin typeface="Aptos" panose="020B0004020202020204" pitchFamily="34" charset="0"/>
              </a:rPr>
              <a:t>Analyses des corrélations</a:t>
            </a:r>
          </a:p>
        </p:txBody>
      </p:sp>
      <p:sp>
        <p:nvSpPr>
          <p:cNvPr id="10" name="ZoneTexte 9">
            <a:extLst>
              <a:ext uri="{FF2B5EF4-FFF2-40B4-BE49-F238E27FC236}">
                <a16:creationId xmlns:a16="http://schemas.microsoft.com/office/drawing/2014/main" id="{5777E8BC-E3E7-81D8-E2DA-704A09C34F54}"/>
              </a:ext>
            </a:extLst>
          </p:cNvPr>
          <p:cNvSpPr txBox="1"/>
          <p:nvPr/>
        </p:nvSpPr>
        <p:spPr>
          <a:xfrm>
            <a:off x="655596" y="6185147"/>
            <a:ext cx="3438144" cy="276999"/>
          </a:xfrm>
          <a:prstGeom prst="rect">
            <a:avLst/>
          </a:prstGeom>
          <a:noFill/>
        </p:spPr>
        <p:txBody>
          <a:bodyPr wrap="square" rtlCol="0">
            <a:spAutoFit/>
          </a:bodyPr>
          <a:lstStyle/>
          <a:p>
            <a:r>
              <a:rPr lang="fr-FR" sz="1200" dirty="0">
                <a:latin typeface="Aptos" panose="020B0004020202020204" pitchFamily="34" charset="0"/>
              </a:rPr>
              <a:t>Claudie Humbert – Data Analyst</a:t>
            </a:r>
          </a:p>
        </p:txBody>
      </p:sp>
      <p:sp>
        <p:nvSpPr>
          <p:cNvPr id="17" name="Demi-cadre 16">
            <a:extLst>
              <a:ext uri="{FF2B5EF4-FFF2-40B4-BE49-F238E27FC236}">
                <a16:creationId xmlns:a16="http://schemas.microsoft.com/office/drawing/2014/main" id="{59D87819-D505-C0A6-D1DD-52F58F559DC6}"/>
              </a:ext>
            </a:extLst>
          </p:cNvPr>
          <p:cNvSpPr/>
          <p:nvPr/>
        </p:nvSpPr>
        <p:spPr>
          <a:xfrm rot="10800000">
            <a:off x="830261" y="423420"/>
            <a:ext cx="6237288" cy="452487"/>
          </a:xfrm>
          <a:prstGeom prst="halfFrame">
            <a:avLst>
              <a:gd name="adj1" fmla="val 14583"/>
              <a:gd name="adj2" fmla="val 14583"/>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 name="ZoneTexte 1">
            <a:extLst>
              <a:ext uri="{FF2B5EF4-FFF2-40B4-BE49-F238E27FC236}">
                <a16:creationId xmlns:a16="http://schemas.microsoft.com/office/drawing/2014/main" id="{E9B96F31-68ED-9C5B-496A-D4D7874B77C6}"/>
              </a:ext>
            </a:extLst>
          </p:cNvPr>
          <p:cNvSpPr txBox="1"/>
          <p:nvPr/>
        </p:nvSpPr>
        <p:spPr>
          <a:xfrm>
            <a:off x="1348178" y="987475"/>
            <a:ext cx="6975690" cy="646331"/>
          </a:xfrm>
          <a:prstGeom prst="rect">
            <a:avLst/>
          </a:prstGeom>
          <a:noFill/>
        </p:spPr>
        <p:txBody>
          <a:bodyPr wrap="square" rtlCol="0">
            <a:spAutoFit/>
          </a:bodyPr>
          <a:lstStyle/>
          <a:p>
            <a:pPr algn="ctr"/>
            <a:r>
              <a:rPr lang="fr-FR" dirty="0">
                <a:latin typeface="Aptos" panose="020B0004020202020204" pitchFamily="34" charset="0"/>
              </a:rPr>
              <a:t>Age des clients et le montant total des achats / la fréquence d’achat / la taille du panier moyen</a:t>
            </a:r>
          </a:p>
        </p:txBody>
      </p:sp>
      <p:cxnSp>
        <p:nvCxnSpPr>
          <p:cNvPr id="6" name="Connecteur droit 5">
            <a:extLst>
              <a:ext uri="{FF2B5EF4-FFF2-40B4-BE49-F238E27FC236}">
                <a16:creationId xmlns:a16="http://schemas.microsoft.com/office/drawing/2014/main" id="{5184FF97-D045-D3FD-6A64-89B78CD80302}"/>
              </a:ext>
            </a:extLst>
          </p:cNvPr>
          <p:cNvCxnSpPr>
            <a:cxnSpLocks/>
          </p:cNvCxnSpPr>
          <p:nvPr/>
        </p:nvCxnSpPr>
        <p:spPr>
          <a:xfrm>
            <a:off x="1746465" y="1633806"/>
            <a:ext cx="6077782" cy="0"/>
          </a:xfrm>
          <a:prstGeom prst="line">
            <a:avLst/>
          </a:prstGeom>
        </p:spPr>
        <p:style>
          <a:lnRef idx="1">
            <a:schemeClr val="dk1"/>
          </a:lnRef>
          <a:fillRef idx="0">
            <a:schemeClr val="dk1"/>
          </a:fillRef>
          <a:effectRef idx="0">
            <a:schemeClr val="dk1"/>
          </a:effectRef>
          <a:fontRef idx="minor">
            <a:schemeClr val="tx1"/>
          </a:fontRef>
        </p:style>
      </p:cxnSp>
      <p:pic>
        <p:nvPicPr>
          <p:cNvPr id="7" name="Image 6">
            <a:extLst>
              <a:ext uri="{FF2B5EF4-FFF2-40B4-BE49-F238E27FC236}">
                <a16:creationId xmlns:a16="http://schemas.microsoft.com/office/drawing/2014/main" id="{D1EC9B6A-F605-BA9E-883C-EC29BA9F6466}"/>
              </a:ext>
            </a:extLst>
          </p:cNvPr>
          <p:cNvPicPr>
            <a:picLocks noChangeAspect="1"/>
          </p:cNvPicPr>
          <p:nvPr/>
        </p:nvPicPr>
        <p:blipFill>
          <a:blip r:embed="rId3"/>
          <a:stretch>
            <a:fillRect/>
          </a:stretch>
        </p:blipFill>
        <p:spPr>
          <a:xfrm>
            <a:off x="827119" y="1950316"/>
            <a:ext cx="3659050" cy="2402524"/>
          </a:xfrm>
          <a:prstGeom prst="rect">
            <a:avLst/>
          </a:prstGeom>
        </p:spPr>
      </p:pic>
      <p:pic>
        <p:nvPicPr>
          <p:cNvPr id="11" name="Image 10">
            <a:extLst>
              <a:ext uri="{FF2B5EF4-FFF2-40B4-BE49-F238E27FC236}">
                <a16:creationId xmlns:a16="http://schemas.microsoft.com/office/drawing/2014/main" id="{77F0A15C-FD07-7197-799C-740CF01CF14D}"/>
              </a:ext>
            </a:extLst>
          </p:cNvPr>
          <p:cNvPicPr>
            <a:picLocks noChangeAspect="1"/>
          </p:cNvPicPr>
          <p:nvPr/>
        </p:nvPicPr>
        <p:blipFill>
          <a:blip r:embed="rId4"/>
          <a:stretch>
            <a:fillRect/>
          </a:stretch>
        </p:blipFill>
        <p:spPr>
          <a:xfrm>
            <a:off x="4608575" y="1950323"/>
            <a:ext cx="3474144" cy="2402517"/>
          </a:xfrm>
          <a:prstGeom prst="rect">
            <a:avLst/>
          </a:prstGeom>
        </p:spPr>
      </p:pic>
      <p:pic>
        <p:nvPicPr>
          <p:cNvPr id="13" name="Image 12">
            <a:extLst>
              <a:ext uri="{FF2B5EF4-FFF2-40B4-BE49-F238E27FC236}">
                <a16:creationId xmlns:a16="http://schemas.microsoft.com/office/drawing/2014/main" id="{2F118A55-1F2D-7AA1-817E-196EA81A1366}"/>
              </a:ext>
            </a:extLst>
          </p:cNvPr>
          <p:cNvPicPr>
            <a:picLocks noChangeAspect="1"/>
          </p:cNvPicPr>
          <p:nvPr/>
        </p:nvPicPr>
        <p:blipFill>
          <a:blip r:embed="rId5"/>
          <a:stretch>
            <a:fillRect/>
          </a:stretch>
        </p:blipFill>
        <p:spPr>
          <a:xfrm>
            <a:off x="8205125" y="1985675"/>
            <a:ext cx="3556493" cy="2367165"/>
          </a:xfrm>
          <a:prstGeom prst="rect">
            <a:avLst/>
          </a:prstGeom>
        </p:spPr>
      </p:pic>
      <p:sp>
        <p:nvSpPr>
          <p:cNvPr id="14" name="ZoneTexte 13">
            <a:extLst>
              <a:ext uri="{FF2B5EF4-FFF2-40B4-BE49-F238E27FC236}">
                <a16:creationId xmlns:a16="http://schemas.microsoft.com/office/drawing/2014/main" id="{90C3B712-049C-94D2-A664-634CF089F143}"/>
              </a:ext>
            </a:extLst>
          </p:cNvPr>
          <p:cNvSpPr txBox="1"/>
          <p:nvPr/>
        </p:nvSpPr>
        <p:spPr>
          <a:xfrm>
            <a:off x="1206632" y="4901028"/>
            <a:ext cx="10416862" cy="707886"/>
          </a:xfrm>
          <a:prstGeom prst="rect">
            <a:avLst/>
          </a:prstGeom>
          <a:noFill/>
        </p:spPr>
        <p:txBody>
          <a:bodyPr wrap="square" rtlCol="0">
            <a:spAutoFit/>
          </a:bodyPr>
          <a:lstStyle/>
          <a:p>
            <a:pPr algn="ctr"/>
            <a:r>
              <a:rPr lang="fr-FR" sz="1400" dirty="0">
                <a:latin typeface="Aptos" panose="020B0004020202020204" pitchFamily="34" charset="0"/>
              </a:rPr>
              <a:t>L’âge présente une corrélation avec les trois autres variables, mais elle reste faible pour le montant total des achats et la fréquence d’achat. En revanche, elle est plus marquée pour le panier moyen.</a:t>
            </a:r>
            <a:endParaRPr lang="fr-FR" sz="1200" dirty="0">
              <a:latin typeface="Aptos" panose="020B0004020202020204" pitchFamily="34" charset="0"/>
            </a:endParaRPr>
          </a:p>
          <a:p>
            <a:endParaRPr lang="fr-FR" sz="1200" dirty="0">
              <a:latin typeface="Aptos" panose="020B0004020202020204" pitchFamily="34" charset="0"/>
            </a:endParaRPr>
          </a:p>
        </p:txBody>
      </p:sp>
    </p:spTree>
    <p:extLst>
      <p:ext uri="{BB962C8B-B14F-4D97-AF65-F5344CB8AC3E}">
        <p14:creationId xmlns:p14="http://schemas.microsoft.com/office/powerpoint/2010/main" val="2168773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D4F4B-BC03-1E32-33A1-414E026AE5C9}"/>
            </a:ext>
          </a:extLst>
        </p:cNvPr>
        <p:cNvGrpSpPr/>
        <p:nvPr/>
      </p:nvGrpSpPr>
      <p:grpSpPr>
        <a:xfrm>
          <a:off x="0" y="0"/>
          <a:ext cx="0" cy="0"/>
          <a:chOff x="0" y="0"/>
          <a:chExt cx="0" cy="0"/>
        </a:xfrm>
      </p:grpSpPr>
      <p:pic>
        <p:nvPicPr>
          <p:cNvPr id="9" name="Picture 3">
            <a:extLst>
              <a:ext uri="{FF2B5EF4-FFF2-40B4-BE49-F238E27FC236}">
                <a16:creationId xmlns:a16="http://schemas.microsoft.com/office/drawing/2014/main" id="{A2514796-3D31-F2C4-5180-D6E464934B71}"/>
              </a:ext>
            </a:extLst>
          </p:cNvPr>
          <p:cNvPicPr>
            <a:picLocks noChangeAspect="1"/>
          </p:cNvPicPr>
          <p:nvPr/>
        </p:nvPicPr>
        <p:blipFill>
          <a:blip r:embed="rId2"/>
          <a:srcRect l="25896" r="13250"/>
          <a:stretch>
            <a:fillRect/>
          </a:stretch>
        </p:blipFill>
        <p:spPr>
          <a:xfrm>
            <a:off x="-3517753" y="1"/>
            <a:ext cx="4173349" cy="6857999"/>
          </a:xfrm>
          <a:prstGeom prst="rect">
            <a:avLst/>
          </a:prstGeom>
          <a:ln>
            <a:solidFill>
              <a:schemeClr val="bg2">
                <a:lumMod val="75000"/>
              </a:schemeClr>
            </a:solidFill>
          </a:ln>
        </p:spPr>
      </p:pic>
      <p:sp>
        <p:nvSpPr>
          <p:cNvPr id="5" name="Espace réservé du numéro de diapositive 4">
            <a:extLst>
              <a:ext uri="{FF2B5EF4-FFF2-40B4-BE49-F238E27FC236}">
                <a16:creationId xmlns:a16="http://schemas.microsoft.com/office/drawing/2014/main" id="{9B6E3D2E-7F2C-4938-AD74-2268B1BA4F85}"/>
              </a:ext>
            </a:extLst>
          </p:cNvPr>
          <p:cNvSpPr>
            <a:spLocks noGrp="1"/>
          </p:cNvSpPr>
          <p:nvPr>
            <p:ph type="sldNum" sz="quarter" idx="12"/>
          </p:nvPr>
        </p:nvSpPr>
        <p:spPr/>
        <p:txBody>
          <a:bodyPr/>
          <a:lstStyle/>
          <a:p>
            <a:fld id="{49ABCAEC-7D34-E549-A96E-FCEDAADBE4B0}" type="slidenum">
              <a:rPr lang="en-US" smtClean="0"/>
              <a:t>12</a:t>
            </a:fld>
            <a:endParaRPr lang="en-US"/>
          </a:p>
        </p:txBody>
      </p:sp>
      <p:sp>
        <p:nvSpPr>
          <p:cNvPr id="4" name="Titre 3">
            <a:extLst>
              <a:ext uri="{FF2B5EF4-FFF2-40B4-BE49-F238E27FC236}">
                <a16:creationId xmlns:a16="http://schemas.microsoft.com/office/drawing/2014/main" id="{9A21E9F5-2BC3-5716-77A2-73D0FC32BE5C}"/>
              </a:ext>
            </a:extLst>
          </p:cNvPr>
          <p:cNvSpPr>
            <a:spLocks noGrp="1"/>
          </p:cNvSpPr>
          <p:nvPr>
            <p:ph type="title"/>
          </p:nvPr>
        </p:nvSpPr>
        <p:spPr>
          <a:xfrm>
            <a:off x="874671" y="199390"/>
            <a:ext cx="7335835" cy="1268984"/>
          </a:xfrm>
        </p:spPr>
        <p:txBody>
          <a:bodyPr/>
          <a:lstStyle/>
          <a:p>
            <a:r>
              <a:rPr lang="fr-FR" dirty="0">
                <a:latin typeface="Aptos" panose="020B0004020202020204" pitchFamily="34" charset="0"/>
              </a:rPr>
              <a:t>Analyses des corrélations</a:t>
            </a:r>
          </a:p>
        </p:txBody>
      </p:sp>
      <p:sp>
        <p:nvSpPr>
          <p:cNvPr id="10" name="ZoneTexte 9">
            <a:extLst>
              <a:ext uri="{FF2B5EF4-FFF2-40B4-BE49-F238E27FC236}">
                <a16:creationId xmlns:a16="http://schemas.microsoft.com/office/drawing/2014/main" id="{579E884C-E82C-CA03-68C7-4923FE9FFAAE}"/>
              </a:ext>
            </a:extLst>
          </p:cNvPr>
          <p:cNvSpPr txBox="1"/>
          <p:nvPr/>
        </p:nvSpPr>
        <p:spPr>
          <a:xfrm>
            <a:off x="655596" y="6185147"/>
            <a:ext cx="3438144" cy="276999"/>
          </a:xfrm>
          <a:prstGeom prst="rect">
            <a:avLst/>
          </a:prstGeom>
          <a:noFill/>
        </p:spPr>
        <p:txBody>
          <a:bodyPr wrap="square" rtlCol="0">
            <a:spAutoFit/>
          </a:bodyPr>
          <a:lstStyle/>
          <a:p>
            <a:r>
              <a:rPr lang="fr-FR" sz="1200" dirty="0">
                <a:latin typeface="Aptos" panose="020B0004020202020204" pitchFamily="34" charset="0"/>
              </a:rPr>
              <a:t>Claudie Humbert – Data Analyst</a:t>
            </a:r>
          </a:p>
        </p:txBody>
      </p:sp>
      <p:sp>
        <p:nvSpPr>
          <p:cNvPr id="17" name="Demi-cadre 16">
            <a:extLst>
              <a:ext uri="{FF2B5EF4-FFF2-40B4-BE49-F238E27FC236}">
                <a16:creationId xmlns:a16="http://schemas.microsoft.com/office/drawing/2014/main" id="{CB32C7BD-8654-5D26-E6FC-42386A0B024D}"/>
              </a:ext>
            </a:extLst>
          </p:cNvPr>
          <p:cNvSpPr/>
          <p:nvPr/>
        </p:nvSpPr>
        <p:spPr>
          <a:xfrm rot="10800000">
            <a:off x="830261" y="423420"/>
            <a:ext cx="6237288" cy="452487"/>
          </a:xfrm>
          <a:prstGeom prst="halfFrame">
            <a:avLst>
              <a:gd name="adj1" fmla="val 14583"/>
              <a:gd name="adj2" fmla="val 14583"/>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 name="ZoneTexte 1">
            <a:extLst>
              <a:ext uri="{FF2B5EF4-FFF2-40B4-BE49-F238E27FC236}">
                <a16:creationId xmlns:a16="http://schemas.microsoft.com/office/drawing/2014/main" id="{26837022-91D1-E4EC-092B-F3423E3C81F1}"/>
              </a:ext>
            </a:extLst>
          </p:cNvPr>
          <p:cNvSpPr txBox="1"/>
          <p:nvPr/>
        </p:nvSpPr>
        <p:spPr>
          <a:xfrm>
            <a:off x="1348178" y="987475"/>
            <a:ext cx="6975690" cy="369332"/>
          </a:xfrm>
          <a:prstGeom prst="rect">
            <a:avLst/>
          </a:prstGeom>
          <a:noFill/>
        </p:spPr>
        <p:txBody>
          <a:bodyPr wrap="square" rtlCol="0">
            <a:spAutoFit/>
          </a:bodyPr>
          <a:lstStyle/>
          <a:p>
            <a:r>
              <a:rPr lang="fr-FR" dirty="0">
                <a:latin typeface="Aptos" panose="020B0004020202020204" pitchFamily="34" charset="0"/>
              </a:rPr>
              <a:t>Age des clients et les catégories de livres achetés</a:t>
            </a:r>
          </a:p>
        </p:txBody>
      </p:sp>
      <p:cxnSp>
        <p:nvCxnSpPr>
          <p:cNvPr id="6" name="Connecteur droit 5">
            <a:extLst>
              <a:ext uri="{FF2B5EF4-FFF2-40B4-BE49-F238E27FC236}">
                <a16:creationId xmlns:a16="http://schemas.microsoft.com/office/drawing/2014/main" id="{5089405B-77DB-5D37-88B7-824229BC2706}"/>
              </a:ext>
            </a:extLst>
          </p:cNvPr>
          <p:cNvCxnSpPr>
            <a:cxnSpLocks/>
          </p:cNvCxnSpPr>
          <p:nvPr/>
        </p:nvCxnSpPr>
        <p:spPr>
          <a:xfrm flipV="1">
            <a:off x="1611984" y="1356807"/>
            <a:ext cx="4484016" cy="8774"/>
          </a:xfrm>
          <a:prstGeom prst="line">
            <a:avLst/>
          </a:prstGeom>
        </p:spPr>
        <p:style>
          <a:lnRef idx="1">
            <a:schemeClr val="dk1"/>
          </a:lnRef>
          <a:fillRef idx="0">
            <a:schemeClr val="dk1"/>
          </a:fillRef>
          <a:effectRef idx="0">
            <a:schemeClr val="dk1"/>
          </a:effectRef>
          <a:fontRef idx="minor">
            <a:schemeClr val="tx1"/>
          </a:fontRef>
        </p:style>
      </p:cxnSp>
      <p:pic>
        <p:nvPicPr>
          <p:cNvPr id="7" name="Image 6">
            <a:extLst>
              <a:ext uri="{FF2B5EF4-FFF2-40B4-BE49-F238E27FC236}">
                <a16:creationId xmlns:a16="http://schemas.microsoft.com/office/drawing/2014/main" id="{A7F57AA4-3D23-145D-B823-F157C2F5E6B5}"/>
              </a:ext>
            </a:extLst>
          </p:cNvPr>
          <p:cNvPicPr>
            <a:picLocks noChangeAspect="1"/>
          </p:cNvPicPr>
          <p:nvPr/>
        </p:nvPicPr>
        <p:blipFill>
          <a:blip r:embed="rId3"/>
          <a:stretch>
            <a:fillRect/>
          </a:stretch>
        </p:blipFill>
        <p:spPr>
          <a:xfrm>
            <a:off x="1186614" y="1980053"/>
            <a:ext cx="4909386" cy="3118212"/>
          </a:xfrm>
          <a:prstGeom prst="rect">
            <a:avLst/>
          </a:prstGeom>
        </p:spPr>
      </p:pic>
      <p:sp>
        <p:nvSpPr>
          <p:cNvPr id="8" name="ZoneTexte 7">
            <a:extLst>
              <a:ext uri="{FF2B5EF4-FFF2-40B4-BE49-F238E27FC236}">
                <a16:creationId xmlns:a16="http://schemas.microsoft.com/office/drawing/2014/main" id="{91996D59-814F-881B-D6C8-7B709F676C86}"/>
              </a:ext>
            </a:extLst>
          </p:cNvPr>
          <p:cNvSpPr txBox="1"/>
          <p:nvPr/>
        </p:nvSpPr>
        <p:spPr>
          <a:xfrm>
            <a:off x="6627018" y="2428726"/>
            <a:ext cx="3876970" cy="2000548"/>
          </a:xfrm>
          <a:prstGeom prst="rect">
            <a:avLst/>
          </a:prstGeom>
          <a:noFill/>
        </p:spPr>
        <p:txBody>
          <a:bodyPr wrap="square" rtlCol="0">
            <a:spAutoFit/>
          </a:bodyPr>
          <a:lstStyle/>
          <a:p>
            <a:r>
              <a:rPr lang="fr-FR" sz="1600" dirty="0">
                <a:latin typeface="Aptos" panose="020B0004020202020204" pitchFamily="34" charset="0"/>
              </a:rPr>
              <a:t>La catégorie 0 attire principalement des adultes, autour de 45 ans.</a:t>
            </a:r>
          </a:p>
          <a:p>
            <a:endParaRPr lang="fr-FR" sz="1600" dirty="0">
              <a:latin typeface="Aptos" panose="020B0004020202020204" pitchFamily="34" charset="0"/>
            </a:endParaRPr>
          </a:p>
          <a:p>
            <a:r>
              <a:rPr lang="fr-FR" sz="1600" dirty="0">
                <a:latin typeface="Aptos" panose="020B0004020202020204" pitchFamily="34" charset="0"/>
              </a:rPr>
              <a:t>La catégorie 1 présente un profil mixte.</a:t>
            </a:r>
          </a:p>
          <a:p>
            <a:endParaRPr lang="fr-FR" sz="1600" dirty="0">
              <a:latin typeface="Aptos" panose="020B0004020202020204" pitchFamily="34" charset="0"/>
            </a:endParaRPr>
          </a:p>
          <a:p>
            <a:r>
              <a:rPr lang="fr-FR" sz="1600" dirty="0">
                <a:latin typeface="Aptos" panose="020B0004020202020204" pitchFamily="34" charset="0"/>
              </a:rPr>
              <a:t>La catégorie 2 est davantage préférée par les clients plus jeunes. </a:t>
            </a:r>
            <a:endParaRPr lang="fr-FR" sz="1200" dirty="0">
              <a:latin typeface="Aptos" panose="020B0004020202020204" pitchFamily="34" charset="0"/>
            </a:endParaRPr>
          </a:p>
          <a:p>
            <a:endParaRPr lang="fr-FR" sz="1200" dirty="0">
              <a:latin typeface="Aptos" panose="020B0004020202020204" pitchFamily="34" charset="0"/>
            </a:endParaRPr>
          </a:p>
        </p:txBody>
      </p:sp>
    </p:spTree>
    <p:extLst>
      <p:ext uri="{BB962C8B-B14F-4D97-AF65-F5344CB8AC3E}">
        <p14:creationId xmlns:p14="http://schemas.microsoft.com/office/powerpoint/2010/main" val="2053855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D1BBE-50C6-B287-6686-3D0C448EC23C}"/>
            </a:ext>
          </a:extLst>
        </p:cNvPr>
        <p:cNvGrpSpPr/>
        <p:nvPr/>
      </p:nvGrpSpPr>
      <p:grpSpPr>
        <a:xfrm>
          <a:off x="0" y="0"/>
          <a:ext cx="0" cy="0"/>
          <a:chOff x="0" y="0"/>
          <a:chExt cx="0" cy="0"/>
        </a:xfrm>
      </p:grpSpPr>
      <p:pic>
        <p:nvPicPr>
          <p:cNvPr id="9" name="Picture 3">
            <a:extLst>
              <a:ext uri="{FF2B5EF4-FFF2-40B4-BE49-F238E27FC236}">
                <a16:creationId xmlns:a16="http://schemas.microsoft.com/office/drawing/2014/main" id="{0C600875-6885-4AEB-CD56-E466AA03AE0C}"/>
              </a:ext>
            </a:extLst>
          </p:cNvPr>
          <p:cNvPicPr>
            <a:picLocks noChangeAspect="1"/>
          </p:cNvPicPr>
          <p:nvPr/>
        </p:nvPicPr>
        <p:blipFill>
          <a:blip r:embed="rId2"/>
          <a:srcRect l="25896" r="13250"/>
          <a:stretch>
            <a:fillRect/>
          </a:stretch>
        </p:blipFill>
        <p:spPr>
          <a:xfrm>
            <a:off x="-3517753" y="1"/>
            <a:ext cx="4173349" cy="6857999"/>
          </a:xfrm>
          <a:prstGeom prst="rect">
            <a:avLst/>
          </a:prstGeom>
          <a:ln>
            <a:solidFill>
              <a:schemeClr val="bg2">
                <a:lumMod val="75000"/>
              </a:schemeClr>
            </a:solidFill>
          </a:ln>
        </p:spPr>
      </p:pic>
      <p:sp>
        <p:nvSpPr>
          <p:cNvPr id="5" name="Espace réservé du numéro de diapositive 4">
            <a:extLst>
              <a:ext uri="{FF2B5EF4-FFF2-40B4-BE49-F238E27FC236}">
                <a16:creationId xmlns:a16="http://schemas.microsoft.com/office/drawing/2014/main" id="{D3652085-8347-A55A-53F1-B7471C39FCCB}"/>
              </a:ext>
            </a:extLst>
          </p:cNvPr>
          <p:cNvSpPr>
            <a:spLocks noGrp="1"/>
          </p:cNvSpPr>
          <p:nvPr>
            <p:ph type="sldNum" sz="quarter" idx="12"/>
          </p:nvPr>
        </p:nvSpPr>
        <p:spPr/>
        <p:txBody>
          <a:bodyPr/>
          <a:lstStyle/>
          <a:p>
            <a:fld id="{49ABCAEC-7D34-E549-A96E-FCEDAADBE4B0}" type="slidenum">
              <a:rPr lang="en-US" smtClean="0"/>
              <a:t>13</a:t>
            </a:fld>
            <a:endParaRPr lang="en-US"/>
          </a:p>
        </p:txBody>
      </p:sp>
      <p:sp>
        <p:nvSpPr>
          <p:cNvPr id="4" name="Titre 3">
            <a:extLst>
              <a:ext uri="{FF2B5EF4-FFF2-40B4-BE49-F238E27FC236}">
                <a16:creationId xmlns:a16="http://schemas.microsoft.com/office/drawing/2014/main" id="{41672A97-5428-5FC1-B537-695DDECA3DA7}"/>
              </a:ext>
            </a:extLst>
          </p:cNvPr>
          <p:cNvSpPr>
            <a:spLocks noGrp="1"/>
          </p:cNvSpPr>
          <p:nvPr>
            <p:ph type="title"/>
          </p:nvPr>
        </p:nvSpPr>
        <p:spPr>
          <a:xfrm>
            <a:off x="874671" y="199390"/>
            <a:ext cx="7335835" cy="1268984"/>
          </a:xfrm>
        </p:spPr>
        <p:txBody>
          <a:bodyPr/>
          <a:lstStyle/>
          <a:p>
            <a:r>
              <a:rPr lang="fr-FR" dirty="0">
                <a:latin typeface="Aptos" panose="020B0004020202020204" pitchFamily="34" charset="0"/>
              </a:rPr>
              <a:t>Conclusion</a:t>
            </a:r>
          </a:p>
        </p:txBody>
      </p:sp>
      <p:sp>
        <p:nvSpPr>
          <p:cNvPr id="10" name="ZoneTexte 9">
            <a:extLst>
              <a:ext uri="{FF2B5EF4-FFF2-40B4-BE49-F238E27FC236}">
                <a16:creationId xmlns:a16="http://schemas.microsoft.com/office/drawing/2014/main" id="{7A82D02B-681C-BF2D-D9CC-1A58ABD4F3B1}"/>
              </a:ext>
            </a:extLst>
          </p:cNvPr>
          <p:cNvSpPr txBox="1"/>
          <p:nvPr/>
        </p:nvSpPr>
        <p:spPr>
          <a:xfrm>
            <a:off x="655596" y="6185147"/>
            <a:ext cx="3438144" cy="276999"/>
          </a:xfrm>
          <a:prstGeom prst="rect">
            <a:avLst/>
          </a:prstGeom>
          <a:noFill/>
        </p:spPr>
        <p:txBody>
          <a:bodyPr wrap="square" rtlCol="0">
            <a:spAutoFit/>
          </a:bodyPr>
          <a:lstStyle/>
          <a:p>
            <a:r>
              <a:rPr lang="fr-FR" sz="1200" dirty="0">
                <a:latin typeface="Aptos" panose="020B0004020202020204" pitchFamily="34" charset="0"/>
              </a:rPr>
              <a:t>Claudie Humbert – Data Analyst</a:t>
            </a:r>
          </a:p>
        </p:txBody>
      </p:sp>
      <p:sp>
        <p:nvSpPr>
          <p:cNvPr id="17" name="Demi-cadre 16">
            <a:extLst>
              <a:ext uri="{FF2B5EF4-FFF2-40B4-BE49-F238E27FC236}">
                <a16:creationId xmlns:a16="http://schemas.microsoft.com/office/drawing/2014/main" id="{FDB71C25-53AE-2C5A-EF77-AE130B61E018}"/>
              </a:ext>
            </a:extLst>
          </p:cNvPr>
          <p:cNvSpPr/>
          <p:nvPr/>
        </p:nvSpPr>
        <p:spPr>
          <a:xfrm rot="10800000">
            <a:off x="830261" y="423419"/>
            <a:ext cx="2922589" cy="452487"/>
          </a:xfrm>
          <a:prstGeom prst="halfFrame">
            <a:avLst>
              <a:gd name="adj1" fmla="val 14583"/>
              <a:gd name="adj2" fmla="val 14583"/>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 name="ZoneTexte 1">
            <a:extLst>
              <a:ext uri="{FF2B5EF4-FFF2-40B4-BE49-F238E27FC236}">
                <a16:creationId xmlns:a16="http://schemas.microsoft.com/office/drawing/2014/main" id="{A62E2AC9-3803-7DDF-6256-EDFFC43ADC09}"/>
              </a:ext>
            </a:extLst>
          </p:cNvPr>
          <p:cNvSpPr txBox="1"/>
          <p:nvPr/>
        </p:nvSpPr>
        <p:spPr>
          <a:xfrm>
            <a:off x="1177856" y="1468374"/>
            <a:ext cx="9109562" cy="3785652"/>
          </a:xfrm>
          <a:prstGeom prst="rect">
            <a:avLst/>
          </a:prstGeom>
          <a:noFill/>
        </p:spPr>
        <p:txBody>
          <a:bodyPr wrap="square" rtlCol="0">
            <a:spAutoFit/>
          </a:bodyPr>
          <a:lstStyle/>
          <a:p>
            <a:pPr marL="171450" indent="-171450">
              <a:buFont typeface="Arial" panose="020B0604020202020204" pitchFamily="34" charset="0"/>
              <a:buChar char="•"/>
            </a:pPr>
            <a:r>
              <a:rPr lang="fr-FR" sz="1600" dirty="0">
                <a:latin typeface="Aptos" panose="020B0004020202020204" pitchFamily="34" charset="0"/>
              </a:rPr>
              <a:t>Clientèle majoritairement composée d’adultes avec une moyenne d’âge à 35 ans, équitablement répartie entre homme et femme.</a:t>
            </a:r>
          </a:p>
          <a:p>
            <a:pPr marL="171450" indent="-171450">
              <a:buFont typeface="Arial" panose="020B0604020202020204" pitchFamily="34" charset="0"/>
              <a:buChar char="•"/>
            </a:pPr>
            <a:endParaRPr lang="fr-FR" sz="1600" dirty="0">
              <a:latin typeface="Aptos" panose="020B0004020202020204" pitchFamily="34" charset="0"/>
            </a:endParaRPr>
          </a:p>
          <a:p>
            <a:pPr marL="171450" indent="-171450">
              <a:buFont typeface="Arial" panose="020B0604020202020204" pitchFamily="34" charset="0"/>
              <a:buChar char="•"/>
            </a:pPr>
            <a:r>
              <a:rPr lang="fr-FR" sz="1600" dirty="0">
                <a:latin typeface="Aptos" panose="020B0004020202020204" pitchFamily="34" charset="0"/>
              </a:rPr>
              <a:t>Il y a une forte inégalité dans la contribution du chiffre d’affaires, une minorité de la clientèle génère une part disproportionnée des revenus. </a:t>
            </a:r>
          </a:p>
          <a:p>
            <a:pPr marL="171450" indent="-171450">
              <a:buFont typeface="Arial" panose="020B0604020202020204" pitchFamily="34" charset="0"/>
              <a:buChar char="•"/>
            </a:pPr>
            <a:endParaRPr lang="fr-FR" sz="1600" dirty="0">
              <a:latin typeface="Aptos" panose="020B0004020202020204" pitchFamily="34" charset="0"/>
            </a:endParaRPr>
          </a:p>
          <a:p>
            <a:pPr marL="171450" indent="-171450">
              <a:buFont typeface="Arial" panose="020B0604020202020204" pitchFamily="34" charset="0"/>
              <a:buChar char="•"/>
            </a:pPr>
            <a:r>
              <a:rPr lang="fr-FR" sz="1600" dirty="0">
                <a:latin typeface="Aptos" panose="020B0004020202020204" pitchFamily="34" charset="0"/>
              </a:rPr>
              <a:t>Nous observons un ralentissement des ventes, avec une baisse progressive depuis fin 2022.</a:t>
            </a:r>
          </a:p>
          <a:p>
            <a:endParaRPr lang="fr-FR" sz="1600" dirty="0">
              <a:latin typeface="Aptos" panose="020B0004020202020204" pitchFamily="34" charset="0"/>
            </a:endParaRPr>
          </a:p>
          <a:p>
            <a:pPr marL="171450" indent="-171450">
              <a:buFont typeface="Arial" panose="020B0604020202020204" pitchFamily="34" charset="0"/>
              <a:buChar char="•"/>
            </a:pPr>
            <a:r>
              <a:rPr lang="fr-FR" sz="1600" dirty="0">
                <a:latin typeface="Aptos" panose="020B0004020202020204" pitchFamily="34" charset="0"/>
              </a:rPr>
              <a:t>Le genre a peu d’impacte sur les catégories achetées. De même que l’âge influence également peu le montant total des achats ou la fréquence d’achat. </a:t>
            </a:r>
          </a:p>
          <a:p>
            <a:pPr marL="171450" indent="-171450">
              <a:buFont typeface="Arial" panose="020B0604020202020204" pitchFamily="34" charset="0"/>
              <a:buChar char="•"/>
            </a:pPr>
            <a:endParaRPr lang="fr-FR" sz="1600" dirty="0">
              <a:latin typeface="Aptos" panose="020B0004020202020204" pitchFamily="34" charset="0"/>
            </a:endParaRPr>
          </a:p>
          <a:p>
            <a:pPr marL="171450" indent="-171450">
              <a:buFont typeface="Arial" panose="020B0604020202020204" pitchFamily="34" charset="0"/>
              <a:buChar char="•"/>
            </a:pPr>
            <a:r>
              <a:rPr lang="fr-FR" sz="1600" dirty="0">
                <a:latin typeface="Aptos" panose="020B0004020202020204" pitchFamily="34" charset="0"/>
              </a:rPr>
              <a:t>En revanche, l’âge influence modérément la taille du panier moyen</a:t>
            </a:r>
          </a:p>
          <a:p>
            <a:pPr marL="171450" indent="-171450">
              <a:buFont typeface="Arial" panose="020B0604020202020204" pitchFamily="34" charset="0"/>
              <a:buChar char="•"/>
            </a:pPr>
            <a:endParaRPr lang="fr-FR" sz="1600" dirty="0">
              <a:latin typeface="Aptos" panose="020B0004020202020204" pitchFamily="34" charset="0"/>
            </a:endParaRPr>
          </a:p>
          <a:p>
            <a:pPr marL="171450" indent="-171450">
              <a:buFont typeface="Arial" panose="020B0604020202020204" pitchFamily="34" charset="0"/>
              <a:buChar char="•"/>
            </a:pPr>
            <a:r>
              <a:rPr lang="fr-FR" sz="1600" dirty="0">
                <a:latin typeface="Aptos" panose="020B0004020202020204" pitchFamily="34" charset="0"/>
              </a:rPr>
              <a:t>De même les catégories de produits ont des tranches d’âge différentes</a:t>
            </a:r>
          </a:p>
          <a:p>
            <a:endParaRPr lang="fr-FR" sz="1600" dirty="0">
              <a:latin typeface="Aptos" panose="020B0004020202020204" pitchFamily="34" charset="0"/>
            </a:endParaRPr>
          </a:p>
        </p:txBody>
      </p:sp>
    </p:spTree>
    <p:extLst>
      <p:ext uri="{BB962C8B-B14F-4D97-AF65-F5344CB8AC3E}">
        <p14:creationId xmlns:p14="http://schemas.microsoft.com/office/powerpoint/2010/main" val="4271737601"/>
      </p:ext>
    </p:extLst>
  </p:cSld>
  <p:clrMapOvr>
    <a:masterClrMapping/>
  </p:clrMapOvr>
</p:sld>
</file>

<file path=ppt/theme/theme1.xml><?xml version="1.0" encoding="utf-8"?>
<a:theme xmlns:a="http://schemas.openxmlformats.org/drawingml/2006/main" name="PunchcardVTI">
  <a:themeElements>
    <a:clrScheme name="Punchcard">
      <a:dk1>
        <a:srgbClr val="000000"/>
      </a:dk1>
      <a:lt1>
        <a:srgbClr val="FFFFFF"/>
      </a:lt1>
      <a:dk2>
        <a:srgbClr val="00224B"/>
      </a:dk2>
      <a:lt2>
        <a:srgbClr val="EFF0EF"/>
      </a:lt2>
      <a:accent1>
        <a:srgbClr val="00B2F3"/>
      </a:accent1>
      <a:accent2>
        <a:srgbClr val="0471CC"/>
      </a:accent2>
      <a:accent3>
        <a:srgbClr val="14BBA9"/>
      </a:accent3>
      <a:accent4>
        <a:srgbClr val="8BB93B"/>
      </a:accent4>
      <a:accent5>
        <a:srgbClr val="EC970C"/>
      </a:accent5>
      <a:accent6>
        <a:srgbClr val="F55822"/>
      </a:accent6>
      <a:hlink>
        <a:srgbClr val="008EE6"/>
      </a:hlink>
      <a:folHlink>
        <a:srgbClr val="808C8E"/>
      </a:folHlink>
    </a:clrScheme>
    <a:fontScheme name="Punchcard">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unchcardVTI" id="{C7262591-AF98-8F48-B56D-6342D2439B1A}" vid="{261D9F73-974A-B14E-9EAF-4871CCA60BB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388</TotalTime>
  <Words>671</Words>
  <Application>Microsoft Office PowerPoint</Application>
  <PresentationFormat>Grand écran</PresentationFormat>
  <Paragraphs>93</Paragraphs>
  <Slides>13</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13</vt:i4>
      </vt:variant>
    </vt:vector>
  </HeadingPairs>
  <TitlesOfParts>
    <vt:vector size="17" baseType="lpstr">
      <vt:lpstr>Aptos</vt:lpstr>
      <vt:lpstr>Arial</vt:lpstr>
      <vt:lpstr>Neue Haas Grotesk Text Pro</vt:lpstr>
      <vt:lpstr>PunchcardVTI</vt:lpstr>
      <vt:lpstr>Analyse des ventes</vt:lpstr>
      <vt:lpstr>Chiffre d’affaires</vt:lpstr>
      <vt:lpstr>Chiffre d’affaires</vt:lpstr>
      <vt:lpstr>Indicateurs clés : Client par mois</vt:lpstr>
      <vt:lpstr>Indicateurs clés : Transactions</vt:lpstr>
      <vt:lpstr>Indicateurs clés : Produits vendus</vt:lpstr>
      <vt:lpstr>Nos références</vt:lpstr>
      <vt:lpstr>Nos clients : Entreprises</vt:lpstr>
      <vt:lpstr>Nos clients : particuliers</vt:lpstr>
      <vt:lpstr>Analyses des corrélations</vt:lpstr>
      <vt:lpstr>Analyses des corrélations</vt:lpstr>
      <vt:lpstr>Analyses des corrélations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Claudie Humbert</dc:creator>
  <cp:lastModifiedBy>Claudie Humbert</cp:lastModifiedBy>
  <cp:revision>93</cp:revision>
  <cp:lastPrinted>2026-04-30T00:22:48Z</cp:lastPrinted>
  <dcterms:created xsi:type="dcterms:W3CDTF">2026-04-22T16:00:53Z</dcterms:created>
  <dcterms:modified xsi:type="dcterms:W3CDTF">2026-04-30T00:33:33Z</dcterms:modified>
</cp:coreProperties>
</file>