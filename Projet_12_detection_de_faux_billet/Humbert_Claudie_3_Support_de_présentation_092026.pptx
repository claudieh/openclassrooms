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7174"/>
    <a:srgbClr val="F8F8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EE537-791E-40E7-9DE7-E94478FDF69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4F423BD-C57F-40CB-9C72-F626C8AE64EF}">
      <dgm:prSet phldrT="[Texte]" phldr="0" custT="1"/>
      <dgm:spPr>
        <a:solidFill>
          <a:schemeClr val="accent2">
            <a:lumMod val="20000"/>
            <a:lumOff val="80000"/>
          </a:schemeClr>
        </a:solidFill>
        <a:ln w="28575">
          <a:solidFill>
            <a:schemeClr val="accent2">
              <a:lumMod val="75000"/>
            </a:schemeClr>
          </a:solidFill>
        </a:ln>
      </dgm:spPr>
      <dgm:t>
        <a:bodyPr/>
        <a:lstStyle/>
        <a:p>
          <a:r>
            <a:rPr lang="fr-FR" sz="2400" dirty="0">
              <a:solidFill>
                <a:schemeClr val="tx1"/>
              </a:solidFill>
            </a:rPr>
            <a:t>8 Billets faux</a:t>
          </a:r>
        </a:p>
      </dgm:t>
    </dgm:pt>
    <dgm:pt modelId="{4F10D3B3-6253-45E4-B9F4-8022905D0027}" type="parTrans" cxnId="{9B50E43B-FC59-43F0-BF28-20BF7FD23DED}">
      <dgm:prSet/>
      <dgm:spPr>
        <a:solidFill>
          <a:schemeClr val="accent2">
            <a:lumMod val="75000"/>
          </a:schemeClr>
        </a:solidFill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endParaRPr lang="fr-FR"/>
        </a:p>
      </dgm:t>
    </dgm:pt>
    <dgm:pt modelId="{EE51B80D-9ADC-48CB-B505-D6488707487B}" type="sibTrans" cxnId="{9B50E43B-FC59-43F0-BF28-20BF7FD23DED}">
      <dgm:prSet/>
      <dgm:spPr/>
      <dgm:t>
        <a:bodyPr/>
        <a:lstStyle/>
        <a:p>
          <a:endParaRPr lang="fr-FR"/>
        </a:p>
      </dgm:t>
    </dgm:pt>
    <dgm:pt modelId="{F44015CB-6615-4FE7-ABC3-1A12224F4EC9}">
      <dgm:prSet phldrT="[Texte]" phldr="0" custT="1"/>
      <dgm:spPr>
        <a:solidFill>
          <a:schemeClr val="tx2">
            <a:lumMod val="10000"/>
            <a:lumOff val="90000"/>
          </a:schemeClr>
        </a:solidFill>
        <a:ln w="28575">
          <a:solidFill>
            <a:schemeClr val="tx2">
              <a:lumMod val="75000"/>
              <a:lumOff val="25000"/>
            </a:schemeClr>
          </a:solidFill>
        </a:ln>
      </dgm:spPr>
      <dgm:t>
        <a:bodyPr/>
        <a:lstStyle/>
        <a:p>
          <a:r>
            <a:rPr lang="fr-FR" sz="2400" dirty="0">
              <a:solidFill>
                <a:schemeClr val="tx1"/>
              </a:solidFill>
            </a:rPr>
            <a:t>29 Billets vrais</a:t>
          </a:r>
        </a:p>
      </dgm:t>
    </dgm:pt>
    <dgm:pt modelId="{FABFA58F-21F7-42C6-A7B0-0150665B118F}" type="parTrans" cxnId="{F7978B74-E287-4CBD-92C7-C68AE3C1A11B}">
      <dgm:prSet/>
      <dgm:spPr/>
      <dgm:t>
        <a:bodyPr/>
        <a:lstStyle/>
        <a:p>
          <a:endParaRPr lang="fr-FR"/>
        </a:p>
      </dgm:t>
    </dgm:pt>
    <dgm:pt modelId="{B304D8D2-2F82-402C-A3CA-4043BE13194F}" type="sibTrans" cxnId="{F7978B74-E287-4CBD-92C7-C68AE3C1A11B}">
      <dgm:prSet/>
      <dgm:spPr/>
      <dgm:t>
        <a:bodyPr/>
        <a:lstStyle/>
        <a:p>
          <a:endParaRPr lang="fr-FR"/>
        </a:p>
      </dgm:t>
    </dgm:pt>
    <dgm:pt modelId="{F64513B3-780E-43A1-BA98-ADD4EF8E285D}">
      <dgm:prSet phldrT="[Texte]" phldr="0" custT="1"/>
      <dgm:spPr>
        <a:solidFill>
          <a:schemeClr val="bg1">
            <a:lumMod val="9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fr-FR" sz="1800" dirty="0">
              <a:solidFill>
                <a:schemeClr val="tx1"/>
              </a:solidFill>
            </a:rPr>
            <a:t>Anomalies détectées</a:t>
          </a:r>
        </a:p>
      </dgm:t>
    </dgm:pt>
    <dgm:pt modelId="{6C351176-8BA8-4B3A-B688-72794A4406EB}" type="parTrans" cxnId="{F1F54B5B-7FFC-4068-9EBB-B8E436FCE00E}">
      <dgm:prSet/>
      <dgm:spPr/>
      <dgm:t>
        <a:bodyPr/>
        <a:lstStyle/>
        <a:p>
          <a:endParaRPr lang="fr-FR"/>
        </a:p>
      </dgm:t>
    </dgm:pt>
    <dgm:pt modelId="{BCEDCDF0-7257-4D58-84C2-AE7D8336A52F}" type="sibTrans" cxnId="{F1F54B5B-7FFC-4068-9EBB-B8E436FCE00E}">
      <dgm:prSet/>
      <dgm:spPr/>
      <dgm:t>
        <a:bodyPr/>
        <a:lstStyle/>
        <a:p>
          <a:endParaRPr lang="fr-FR"/>
        </a:p>
      </dgm:t>
    </dgm:pt>
    <dgm:pt modelId="{2B8124CE-8FA2-458D-B4CE-5416706C220F}">
      <dgm:prSet phldrT="[Texte]" phldr="0" custT="1"/>
      <dgm:spPr>
        <a:solidFill>
          <a:schemeClr val="bg1">
            <a:lumMod val="95000"/>
          </a:schemeClr>
        </a:solidFill>
        <a:ln w="28575">
          <a:solidFill>
            <a:schemeClr val="accent2">
              <a:lumMod val="75000"/>
            </a:schemeClr>
          </a:solidFill>
        </a:ln>
      </dgm:spPr>
      <dgm:t>
        <a:bodyPr/>
        <a:lstStyle/>
        <a:p>
          <a:r>
            <a:rPr lang="fr-FR" sz="2400" b="0" dirty="0">
              <a:solidFill>
                <a:schemeClr val="tx1"/>
              </a:solidFill>
            </a:rPr>
            <a:t>37 VALEURS MANQUANTES</a:t>
          </a:r>
        </a:p>
      </dgm:t>
    </dgm:pt>
    <dgm:pt modelId="{FB23A234-1F4F-48CE-BA4C-CD2EC21831FB}" type="sibTrans" cxnId="{7074509A-1F4B-48E8-BAC8-95B7E9319FDF}">
      <dgm:prSet/>
      <dgm:spPr/>
      <dgm:t>
        <a:bodyPr/>
        <a:lstStyle/>
        <a:p>
          <a:endParaRPr lang="fr-FR"/>
        </a:p>
      </dgm:t>
    </dgm:pt>
    <dgm:pt modelId="{61D90CD0-455F-4174-AEEB-2EA193858BC2}" type="parTrans" cxnId="{7074509A-1F4B-48E8-BAC8-95B7E9319FDF}">
      <dgm:prSet/>
      <dgm:spPr/>
      <dgm:t>
        <a:bodyPr/>
        <a:lstStyle/>
        <a:p>
          <a:endParaRPr lang="fr-FR"/>
        </a:p>
      </dgm:t>
    </dgm:pt>
    <dgm:pt modelId="{4F667708-F2E1-4A4C-B18C-11AA11E41987}" type="pres">
      <dgm:prSet presAssocID="{901EE537-791E-40E7-9DE7-E94478FDF69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ED30D27-A3CE-4BCD-BADE-D5124993782E}" type="pres">
      <dgm:prSet presAssocID="{2B8124CE-8FA2-458D-B4CE-5416706C220F}" presName="hierRoot1" presStyleCnt="0">
        <dgm:presLayoutVars>
          <dgm:hierBranch val="init"/>
        </dgm:presLayoutVars>
      </dgm:prSet>
      <dgm:spPr/>
    </dgm:pt>
    <dgm:pt modelId="{584BA7A8-B7DA-44EC-80F6-07A04DFEA6BF}" type="pres">
      <dgm:prSet presAssocID="{2B8124CE-8FA2-458D-B4CE-5416706C220F}" presName="rootComposite1" presStyleCnt="0"/>
      <dgm:spPr/>
    </dgm:pt>
    <dgm:pt modelId="{4BF2C901-9FE3-4CA4-9156-5C54AD482D49}" type="pres">
      <dgm:prSet presAssocID="{2B8124CE-8FA2-458D-B4CE-5416706C220F}" presName="rootText1" presStyleLbl="node0" presStyleIdx="0" presStyleCnt="1" custScaleX="252285" custScaleY="85753">
        <dgm:presLayoutVars>
          <dgm:chPref val="3"/>
        </dgm:presLayoutVars>
      </dgm:prSet>
      <dgm:spPr/>
    </dgm:pt>
    <dgm:pt modelId="{ABCEC9B7-552E-4534-A018-292FC145CFC2}" type="pres">
      <dgm:prSet presAssocID="{2B8124CE-8FA2-458D-B4CE-5416706C220F}" presName="rootConnector1" presStyleLbl="node1" presStyleIdx="0" presStyleCnt="0"/>
      <dgm:spPr/>
    </dgm:pt>
    <dgm:pt modelId="{90CD775E-BE1A-4944-9135-7107E01640F7}" type="pres">
      <dgm:prSet presAssocID="{2B8124CE-8FA2-458D-B4CE-5416706C220F}" presName="hierChild2" presStyleCnt="0"/>
      <dgm:spPr/>
    </dgm:pt>
    <dgm:pt modelId="{93632695-A885-4798-B410-F1E4ABE2CB45}" type="pres">
      <dgm:prSet presAssocID="{6C351176-8BA8-4B3A-B688-72794A4406EB}" presName="Name37" presStyleLbl="parChTrans1D2" presStyleIdx="0" presStyleCnt="1"/>
      <dgm:spPr/>
    </dgm:pt>
    <dgm:pt modelId="{82CA7A44-CE53-4311-8589-45B1D7019B4A}" type="pres">
      <dgm:prSet presAssocID="{F64513B3-780E-43A1-BA98-ADD4EF8E285D}" presName="hierRoot2" presStyleCnt="0">
        <dgm:presLayoutVars>
          <dgm:hierBranch/>
        </dgm:presLayoutVars>
      </dgm:prSet>
      <dgm:spPr/>
    </dgm:pt>
    <dgm:pt modelId="{DD4DF14B-B9ED-47F9-B503-D4FBCFDB6011}" type="pres">
      <dgm:prSet presAssocID="{F64513B3-780E-43A1-BA98-ADD4EF8E285D}" presName="rootComposite" presStyleCnt="0"/>
      <dgm:spPr/>
    </dgm:pt>
    <dgm:pt modelId="{34DB882F-D651-4FA3-ADCB-D67A8963DA58}" type="pres">
      <dgm:prSet presAssocID="{F64513B3-780E-43A1-BA98-ADD4EF8E285D}" presName="rootText" presStyleLbl="node2" presStyleIdx="0" presStyleCnt="1" custScaleX="95519" custScaleY="84579">
        <dgm:presLayoutVars>
          <dgm:chPref val="3"/>
        </dgm:presLayoutVars>
      </dgm:prSet>
      <dgm:spPr/>
    </dgm:pt>
    <dgm:pt modelId="{50FAE056-CC0A-49D5-9E93-F13302E71905}" type="pres">
      <dgm:prSet presAssocID="{F64513B3-780E-43A1-BA98-ADD4EF8E285D}" presName="rootConnector" presStyleLbl="node2" presStyleIdx="0" presStyleCnt="1"/>
      <dgm:spPr/>
    </dgm:pt>
    <dgm:pt modelId="{93668692-AB30-4706-87F8-BD825983E633}" type="pres">
      <dgm:prSet presAssocID="{F64513B3-780E-43A1-BA98-ADD4EF8E285D}" presName="hierChild4" presStyleCnt="0"/>
      <dgm:spPr/>
    </dgm:pt>
    <dgm:pt modelId="{E1750E0A-2937-4874-81FF-E4DF66BAFD74}" type="pres">
      <dgm:prSet presAssocID="{4F10D3B3-6253-45E4-B9F4-8022905D0027}" presName="Name35" presStyleLbl="parChTrans1D3" presStyleIdx="0" presStyleCnt="2"/>
      <dgm:spPr/>
    </dgm:pt>
    <dgm:pt modelId="{4265645A-484A-492F-866A-B02DBF6768AC}" type="pres">
      <dgm:prSet presAssocID="{24F423BD-C57F-40CB-9C72-F626C8AE64EF}" presName="hierRoot2" presStyleCnt="0">
        <dgm:presLayoutVars>
          <dgm:hierBranch val="init"/>
        </dgm:presLayoutVars>
      </dgm:prSet>
      <dgm:spPr/>
    </dgm:pt>
    <dgm:pt modelId="{85380F0A-3157-4C8D-A84C-0C4E77698E0A}" type="pres">
      <dgm:prSet presAssocID="{24F423BD-C57F-40CB-9C72-F626C8AE64EF}" presName="rootComposite" presStyleCnt="0"/>
      <dgm:spPr/>
    </dgm:pt>
    <dgm:pt modelId="{3E06FDA6-A586-4788-A362-00C2CAC74E5B}" type="pres">
      <dgm:prSet presAssocID="{24F423BD-C57F-40CB-9C72-F626C8AE64EF}" presName="rootText" presStyleLbl="node3" presStyleIdx="0" presStyleCnt="2" custScaleX="116716" custScaleY="53156" custLinFactNeighborX="2461" custLinFactNeighborY="4246">
        <dgm:presLayoutVars>
          <dgm:chPref val="3"/>
        </dgm:presLayoutVars>
      </dgm:prSet>
      <dgm:spPr/>
    </dgm:pt>
    <dgm:pt modelId="{C9A797BA-BFC7-405E-A829-7B8B4573EEEB}" type="pres">
      <dgm:prSet presAssocID="{24F423BD-C57F-40CB-9C72-F626C8AE64EF}" presName="rootConnector" presStyleLbl="node3" presStyleIdx="0" presStyleCnt="2"/>
      <dgm:spPr/>
    </dgm:pt>
    <dgm:pt modelId="{F3B69705-C3A1-49B1-A98D-76D0B75372FA}" type="pres">
      <dgm:prSet presAssocID="{24F423BD-C57F-40CB-9C72-F626C8AE64EF}" presName="hierChild4" presStyleCnt="0"/>
      <dgm:spPr/>
    </dgm:pt>
    <dgm:pt modelId="{75D2E669-5A1F-41A5-AC86-486DCD1B8748}" type="pres">
      <dgm:prSet presAssocID="{24F423BD-C57F-40CB-9C72-F626C8AE64EF}" presName="hierChild5" presStyleCnt="0"/>
      <dgm:spPr/>
    </dgm:pt>
    <dgm:pt modelId="{681BDC4E-0033-473D-B9AE-B5A42C2F3064}" type="pres">
      <dgm:prSet presAssocID="{FABFA58F-21F7-42C6-A7B0-0150665B118F}" presName="Name35" presStyleLbl="parChTrans1D3" presStyleIdx="1" presStyleCnt="2"/>
      <dgm:spPr/>
    </dgm:pt>
    <dgm:pt modelId="{64EDA84D-8ED7-402F-AD98-335657A77999}" type="pres">
      <dgm:prSet presAssocID="{F44015CB-6615-4FE7-ABC3-1A12224F4EC9}" presName="hierRoot2" presStyleCnt="0">
        <dgm:presLayoutVars>
          <dgm:hierBranch val="init"/>
        </dgm:presLayoutVars>
      </dgm:prSet>
      <dgm:spPr/>
    </dgm:pt>
    <dgm:pt modelId="{8CACC485-3E2D-4CE3-8876-C0C130625F4D}" type="pres">
      <dgm:prSet presAssocID="{F44015CB-6615-4FE7-ABC3-1A12224F4EC9}" presName="rootComposite" presStyleCnt="0"/>
      <dgm:spPr/>
    </dgm:pt>
    <dgm:pt modelId="{64216B70-FBB0-4741-8DDC-7FC91D20ACDA}" type="pres">
      <dgm:prSet presAssocID="{F44015CB-6615-4FE7-ABC3-1A12224F4EC9}" presName="rootText" presStyleLbl="node3" presStyleIdx="1" presStyleCnt="2" custScaleX="108277" custScaleY="51347" custLinFactNeighborX="-2922" custLinFactNeighborY="5151">
        <dgm:presLayoutVars>
          <dgm:chPref val="3"/>
        </dgm:presLayoutVars>
      </dgm:prSet>
      <dgm:spPr/>
    </dgm:pt>
    <dgm:pt modelId="{89C406A9-1E18-43B2-9278-645CD7399687}" type="pres">
      <dgm:prSet presAssocID="{F44015CB-6615-4FE7-ABC3-1A12224F4EC9}" presName="rootConnector" presStyleLbl="node3" presStyleIdx="1" presStyleCnt="2"/>
      <dgm:spPr/>
    </dgm:pt>
    <dgm:pt modelId="{EA50A51F-BC14-44C6-A29F-6A9C7B1A958F}" type="pres">
      <dgm:prSet presAssocID="{F44015CB-6615-4FE7-ABC3-1A12224F4EC9}" presName="hierChild4" presStyleCnt="0"/>
      <dgm:spPr/>
    </dgm:pt>
    <dgm:pt modelId="{424B381A-3615-4455-A433-F9E334ED5D73}" type="pres">
      <dgm:prSet presAssocID="{F44015CB-6615-4FE7-ABC3-1A12224F4EC9}" presName="hierChild5" presStyleCnt="0"/>
      <dgm:spPr/>
    </dgm:pt>
    <dgm:pt modelId="{8EE4DF75-9BD5-4694-BB49-8B0CE6EF751F}" type="pres">
      <dgm:prSet presAssocID="{F64513B3-780E-43A1-BA98-ADD4EF8E285D}" presName="hierChild5" presStyleCnt="0"/>
      <dgm:spPr/>
    </dgm:pt>
    <dgm:pt modelId="{13D030C0-7B50-4500-B064-10C60D791CC2}" type="pres">
      <dgm:prSet presAssocID="{2B8124CE-8FA2-458D-B4CE-5416706C220F}" presName="hierChild3" presStyleCnt="0"/>
      <dgm:spPr/>
    </dgm:pt>
  </dgm:ptLst>
  <dgm:cxnLst>
    <dgm:cxn modelId="{6583B31F-A9FC-40C5-92EC-56AE458E024C}" type="presOf" srcId="{F44015CB-6615-4FE7-ABC3-1A12224F4EC9}" destId="{89C406A9-1E18-43B2-9278-645CD7399687}" srcOrd="1" destOrd="0" presId="urn:microsoft.com/office/officeart/2005/8/layout/orgChart1"/>
    <dgm:cxn modelId="{9622072A-E7E3-4B32-B237-DABDD0265E18}" type="presOf" srcId="{24F423BD-C57F-40CB-9C72-F626C8AE64EF}" destId="{3E06FDA6-A586-4788-A362-00C2CAC74E5B}" srcOrd="0" destOrd="0" presId="urn:microsoft.com/office/officeart/2005/8/layout/orgChart1"/>
    <dgm:cxn modelId="{9B50E43B-FC59-43F0-BF28-20BF7FD23DED}" srcId="{F64513B3-780E-43A1-BA98-ADD4EF8E285D}" destId="{24F423BD-C57F-40CB-9C72-F626C8AE64EF}" srcOrd="0" destOrd="0" parTransId="{4F10D3B3-6253-45E4-B9F4-8022905D0027}" sibTransId="{EE51B80D-9ADC-48CB-B505-D6488707487B}"/>
    <dgm:cxn modelId="{F1F54B5B-7FFC-4068-9EBB-B8E436FCE00E}" srcId="{2B8124CE-8FA2-458D-B4CE-5416706C220F}" destId="{F64513B3-780E-43A1-BA98-ADD4EF8E285D}" srcOrd="0" destOrd="0" parTransId="{6C351176-8BA8-4B3A-B688-72794A4406EB}" sibTransId="{BCEDCDF0-7257-4D58-84C2-AE7D8336A52F}"/>
    <dgm:cxn modelId="{4279174B-4DBF-484F-A799-CFF4BC83D63F}" type="presOf" srcId="{24F423BD-C57F-40CB-9C72-F626C8AE64EF}" destId="{C9A797BA-BFC7-405E-A829-7B8B4573EEEB}" srcOrd="1" destOrd="0" presId="urn:microsoft.com/office/officeart/2005/8/layout/orgChart1"/>
    <dgm:cxn modelId="{84E1E44C-DB5A-465F-AB32-8A2B3B32AE80}" type="presOf" srcId="{4F10D3B3-6253-45E4-B9F4-8022905D0027}" destId="{E1750E0A-2937-4874-81FF-E4DF66BAFD74}" srcOrd="0" destOrd="0" presId="urn:microsoft.com/office/officeart/2005/8/layout/orgChart1"/>
    <dgm:cxn modelId="{7CF9F473-B4EC-4E10-93E6-1E933EBB7EF6}" type="presOf" srcId="{F64513B3-780E-43A1-BA98-ADD4EF8E285D}" destId="{50FAE056-CC0A-49D5-9E93-F13302E71905}" srcOrd="1" destOrd="0" presId="urn:microsoft.com/office/officeart/2005/8/layout/orgChart1"/>
    <dgm:cxn modelId="{F7978B74-E287-4CBD-92C7-C68AE3C1A11B}" srcId="{F64513B3-780E-43A1-BA98-ADD4EF8E285D}" destId="{F44015CB-6615-4FE7-ABC3-1A12224F4EC9}" srcOrd="1" destOrd="0" parTransId="{FABFA58F-21F7-42C6-A7B0-0150665B118F}" sibTransId="{B304D8D2-2F82-402C-A3CA-4043BE13194F}"/>
    <dgm:cxn modelId="{6515BF7E-52B4-42D6-B976-813DE018BB21}" type="presOf" srcId="{2B8124CE-8FA2-458D-B4CE-5416706C220F}" destId="{ABCEC9B7-552E-4534-A018-292FC145CFC2}" srcOrd="1" destOrd="0" presId="urn:microsoft.com/office/officeart/2005/8/layout/orgChart1"/>
    <dgm:cxn modelId="{3801FC86-F7BC-4BF7-956A-7A74D6E955FB}" type="presOf" srcId="{FABFA58F-21F7-42C6-A7B0-0150665B118F}" destId="{681BDC4E-0033-473D-B9AE-B5A42C2F3064}" srcOrd="0" destOrd="0" presId="urn:microsoft.com/office/officeart/2005/8/layout/orgChart1"/>
    <dgm:cxn modelId="{D45DE593-249F-4F92-9D43-DDB0F547AAF8}" type="presOf" srcId="{2B8124CE-8FA2-458D-B4CE-5416706C220F}" destId="{4BF2C901-9FE3-4CA4-9156-5C54AD482D49}" srcOrd="0" destOrd="0" presId="urn:microsoft.com/office/officeart/2005/8/layout/orgChart1"/>
    <dgm:cxn modelId="{7074509A-1F4B-48E8-BAC8-95B7E9319FDF}" srcId="{901EE537-791E-40E7-9DE7-E94478FDF693}" destId="{2B8124CE-8FA2-458D-B4CE-5416706C220F}" srcOrd="0" destOrd="0" parTransId="{61D90CD0-455F-4174-AEEB-2EA193858BC2}" sibTransId="{FB23A234-1F4F-48CE-BA4C-CD2EC21831FB}"/>
    <dgm:cxn modelId="{A20A42AE-2111-408B-8AC6-98B3955E4324}" type="presOf" srcId="{F44015CB-6615-4FE7-ABC3-1A12224F4EC9}" destId="{64216B70-FBB0-4741-8DDC-7FC91D20ACDA}" srcOrd="0" destOrd="0" presId="urn:microsoft.com/office/officeart/2005/8/layout/orgChart1"/>
    <dgm:cxn modelId="{A941B1BA-FC74-470D-9F6F-E15F7A0E43EA}" type="presOf" srcId="{6C351176-8BA8-4B3A-B688-72794A4406EB}" destId="{93632695-A885-4798-B410-F1E4ABE2CB45}" srcOrd="0" destOrd="0" presId="urn:microsoft.com/office/officeart/2005/8/layout/orgChart1"/>
    <dgm:cxn modelId="{7E4989D2-0912-4A3E-9A46-4F3EEAC331E5}" type="presOf" srcId="{F64513B3-780E-43A1-BA98-ADD4EF8E285D}" destId="{34DB882F-D651-4FA3-ADCB-D67A8963DA58}" srcOrd="0" destOrd="0" presId="urn:microsoft.com/office/officeart/2005/8/layout/orgChart1"/>
    <dgm:cxn modelId="{4CEB7AF9-1235-4321-93CB-8EAF47E7D906}" type="presOf" srcId="{901EE537-791E-40E7-9DE7-E94478FDF693}" destId="{4F667708-F2E1-4A4C-B18C-11AA11E41987}" srcOrd="0" destOrd="0" presId="urn:microsoft.com/office/officeart/2005/8/layout/orgChart1"/>
    <dgm:cxn modelId="{BFD99FAD-DDED-4D64-A7E7-45B07E908D35}" type="presParOf" srcId="{4F667708-F2E1-4A4C-B18C-11AA11E41987}" destId="{4ED30D27-A3CE-4BCD-BADE-D5124993782E}" srcOrd="0" destOrd="0" presId="urn:microsoft.com/office/officeart/2005/8/layout/orgChart1"/>
    <dgm:cxn modelId="{3558A237-98DB-4AF1-8F31-5CC00ACAC2A2}" type="presParOf" srcId="{4ED30D27-A3CE-4BCD-BADE-D5124993782E}" destId="{584BA7A8-B7DA-44EC-80F6-07A04DFEA6BF}" srcOrd="0" destOrd="0" presId="urn:microsoft.com/office/officeart/2005/8/layout/orgChart1"/>
    <dgm:cxn modelId="{574AB36E-590F-4E6F-B1FA-2937E487B8D5}" type="presParOf" srcId="{584BA7A8-B7DA-44EC-80F6-07A04DFEA6BF}" destId="{4BF2C901-9FE3-4CA4-9156-5C54AD482D49}" srcOrd="0" destOrd="0" presId="urn:microsoft.com/office/officeart/2005/8/layout/orgChart1"/>
    <dgm:cxn modelId="{29CFE051-4EE7-462F-A8F9-C839A878863D}" type="presParOf" srcId="{584BA7A8-B7DA-44EC-80F6-07A04DFEA6BF}" destId="{ABCEC9B7-552E-4534-A018-292FC145CFC2}" srcOrd="1" destOrd="0" presId="urn:microsoft.com/office/officeart/2005/8/layout/orgChart1"/>
    <dgm:cxn modelId="{4DBB66E0-EB94-4E06-9F99-5BCF7850D74A}" type="presParOf" srcId="{4ED30D27-A3CE-4BCD-BADE-D5124993782E}" destId="{90CD775E-BE1A-4944-9135-7107E01640F7}" srcOrd="1" destOrd="0" presId="urn:microsoft.com/office/officeart/2005/8/layout/orgChart1"/>
    <dgm:cxn modelId="{2CFAD3BC-7274-4547-AE0D-B19F13AEAC9E}" type="presParOf" srcId="{90CD775E-BE1A-4944-9135-7107E01640F7}" destId="{93632695-A885-4798-B410-F1E4ABE2CB45}" srcOrd="0" destOrd="0" presId="urn:microsoft.com/office/officeart/2005/8/layout/orgChart1"/>
    <dgm:cxn modelId="{E4F38245-3D64-4E3D-A698-433C63A475B0}" type="presParOf" srcId="{90CD775E-BE1A-4944-9135-7107E01640F7}" destId="{82CA7A44-CE53-4311-8589-45B1D7019B4A}" srcOrd="1" destOrd="0" presId="urn:microsoft.com/office/officeart/2005/8/layout/orgChart1"/>
    <dgm:cxn modelId="{E764ADAD-BB07-44F0-8AEC-C32E02A3DD30}" type="presParOf" srcId="{82CA7A44-CE53-4311-8589-45B1D7019B4A}" destId="{DD4DF14B-B9ED-47F9-B503-D4FBCFDB6011}" srcOrd="0" destOrd="0" presId="urn:microsoft.com/office/officeart/2005/8/layout/orgChart1"/>
    <dgm:cxn modelId="{E48BF30E-D59A-436C-BFA7-72149EACE647}" type="presParOf" srcId="{DD4DF14B-B9ED-47F9-B503-D4FBCFDB6011}" destId="{34DB882F-D651-4FA3-ADCB-D67A8963DA58}" srcOrd="0" destOrd="0" presId="urn:microsoft.com/office/officeart/2005/8/layout/orgChart1"/>
    <dgm:cxn modelId="{726B7181-5714-4E56-8147-52655440BB4C}" type="presParOf" srcId="{DD4DF14B-B9ED-47F9-B503-D4FBCFDB6011}" destId="{50FAE056-CC0A-49D5-9E93-F13302E71905}" srcOrd="1" destOrd="0" presId="urn:microsoft.com/office/officeart/2005/8/layout/orgChart1"/>
    <dgm:cxn modelId="{1E5BD6AD-604E-4F1A-A524-BAFF08D5ED10}" type="presParOf" srcId="{82CA7A44-CE53-4311-8589-45B1D7019B4A}" destId="{93668692-AB30-4706-87F8-BD825983E633}" srcOrd="1" destOrd="0" presId="urn:microsoft.com/office/officeart/2005/8/layout/orgChart1"/>
    <dgm:cxn modelId="{3E531243-478E-4C1A-8D87-A35904D5AE45}" type="presParOf" srcId="{93668692-AB30-4706-87F8-BD825983E633}" destId="{E1750E0A-2937-4874-81FF-E4DF66BAFD74}" srcOrd="0" destOrd="0" presId="urn:microsoft.com/office/officeart/2005/8/layout/orgChart1"/>
    <dgm:cxn modelId="{49784A7B-5DD5-44FC-A4BD-D4563B401D82}" type="presParOf" srcId="{93668692-AB30-4706-87F8-BD825983E633}" destId="{4265645A-484A-492F-866A-B02DBF6768AC}" srcOrd="1" destOrd="0" presId="urn:microsoft.com/office/officeart/2005/8/layout/orgChart1"/>
    <dgm:cxn modelId="{0121F294-41DF-47EE-9C16-7AEFF09D743F}" type="presParOf" srcId="{4265645A-484A-492F-866A-B02DBF6768AC}" destId="{85380F0A-3157-4C8D-A84C-0C4E77698E0A}" srcOrd="0" destOrd="0" presId="urn:microsoft.com/office/officeart/2005/8/layout/orgChart1"/>
    <dgm:cxn modelId="{11372EFF-0F06-4ED7-AFD0-E6D21CFBC17F}" type="presParOf" srcId="{85380F0A-3157-4C8D-A84C-0C4E77698E0A}" destId="{3E06FDA6-A586-4788-A362-00C2CAC74E5B}" srcOrd="0" destOrd="0" presId="urn:microsoft.com/office/officeart/2005/8/layout/orgChart1"/>
    <dgm:cxn modelId="{012FA92A-A70B-49A7-8D36-11EE90F07874}" type="presParOf" srcId="{85380F0A-3157-4C8D-A84C-0C4E77698E0A}" destId="{C9A797BA-BFC7-405E-A829-7B8B4573EEEB}" srcOrd="1" destOrd="0" presId="urn:microsoft.com/office/officeart/2005/8/layout/orgChart1"/>
    <dgm:cxn modelId="{C95BA756-08B0-4ADD-8EFE-1063865BFE48}" type="presParOf" srcId="{4265645A-484A-492F-866A-B02DBF6768AC}" destId="{F3B69705-C3A1-49B1-A98D-76D0B75372FA}" srcOrd="1" destOrd="0" presId="urn:microsoft.com/office/officeart/2005/8/layout/orgChart1"/>
    <dgm:cxn modelId="{D0BA1348-5A7A-446C-85C6-168FE3AF98BA}" type="presParOf" srcId="{4265645A-484A-492F-866A-B02DBF6768AC}" destId="{75D2E669-5A1F-41A5-AC86-486DCD1B8748}" srcOrd="2" destOrd="0" presId="urn:microsoft.com/office/officeart/2005/8/layout/orgChart1"/>
    <dgm:cxn modelId="{3AEB7702-0116-44B0-8DE4-4939DB0D9481}" type="presParOf" srcId="{93668692-AB30-4706-87F8-BD825983E633}" destId="{681BDC4E-0033-473D-B9AE-B5A42C2F3064}" srcOrd="2" destOrd="0" presId="urn:microsoft.com/office/officeart/2005/8/layout/orgChart1"/>
    <dgm:cxn modelId="{362C9845-F16C-4376-87DE-CD5A60326938}" type="presParOf" srcId="{93668692-AB30-4706-87F8-BD825983E633}" destId="{64EDA84D-8ED7-402F-AD98-335657A77999}" srcOrd="3" destOrd="0" presId="urn:microsoft.com/office/officeart/2005/8/layout/orgChart1"/>
    <dgm:cxn modelId="{7EE5B85C-E4E9-4834-87C0-23EF97BEE337}" type="presParOf" srcId="{64EDA84D-8ED7-402F-AD98-335657A77999}" destId="{8CACC485-3E2D-4CE3-8876-C0C130625F4D}" srcOrd="0" destOrd="0" presId="urn:microsoft.com/office/officeart/2005/8/layout/orgChart1"/>
    <dgm:cxn modelId="{46428A0A-1C61-48FA-9230-3B11D33BB11B}" type="presParOf" srcId="{8CACC485-3E2D-4CE3-8876-C0C130625F4D}" destId="{64216B70-FBB0-4741-8DDC-7FC91D20ACDA}" srcOrd="0" destOrd="0" presId="urn:microsoft.com/office/officeart/2005/8/layout/orgChart1"/>
    <dgm:cxn modelId="{D7EB9FBF-784F-40B8-B27C-636381207BEA}" type="presParOf" srcId="{8CACC485-3E2D-4CE3-8876-C0C130625F4D}" destId="{89C406A9-1E18-43B2-9278-645CD7399687}" srcOrd="1" destOrd="0" presId="urn:microsoft.com/office/officeart/2005/8/layout/orgChart1"/>
    <dgm:cxn modelId="{19771401-D45D-4D9A-93C6-5D42720B17CB}" type="presParOf" srcId="{64EDA84D-8ED7-402F-AD98-335657A77999}" destId="{EA50A51F-BC14-44C6-A29F-6A9C7B1A958F}" srcOrd="1" destOrd="0" presId="urn:microsoft.com/office/officeart/2005/8/layout/orgChart1"/>
    <dgm:cxn modelId="{55B70CAB-4BF2-47CB-93F5-05A972D50569}" type="presParOf" srcId="{64EDA84D-8ED7-402F-AD98-335657A77999}" destId="{424B381A-3615-4455-A433-F9E334ED5D73}" srcOrd="2" destOrd="0" presId="urn:microsoft.com/office/officeart/2005/8/layout/orgChart1"/>
    <dgm:cxn modelId="{FABFE260-7186-41CF-8896-24FC89937863}" type="presParOf" srcId="{82CA7A44-CE53-4311-8589-45B1D7019B4A}" destId="{8EE4DF75-9BD5-4694-BB49-8B0CE6EF751F}" srcOrd="2" destOrd="0" presId="urn:microsoft.com/office/officeart/2005/8/layout/orgChart1"/>
    <dgm:cxn modelId="{038BF273-3C96-4F5B-AD0F-7ADE48F6D32B}" type="presParOf" srcId="{4ED30D27-A3CE-4BCD-BADE-D5124993782E}" destId="{13D030C0-7B50-4500-B064-10C60D791C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BFD053-DEFF-457B-932A-CEE187E4F5B1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DFD87C29-1CC4-4859-96AE-9ADE23B8A250}">
      <dgm:prSet phldrT="[Texte]" phldr="0" custT="1"/>
      <dgm:spPr>
        <a:noFill/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r>
            <a:rPr lang="fr-FR" sz="1800" dirty="0">
              <a:solidFill>
                <a:schemeClr val="tx1"/>
              </a:solidFill>
            </a:rPr>
            <a:t>37 valeurs manquantes</a:t>
          </a:r>
        </a:p>
      </dgm:t>
    </dgm:pt>
    <dgm:pt modelId="{A2CD4302-B458-47D9-8EA7-6AFBEDDE3C4A}" type="parTrans" cxnId="{8A1197AB-EC3E-4333-BC5F-C65F0F32C735}">
      <dgm:prSet/>
      <dgm:spPr/>
      <dgm:t>
        <a:bodyPr/>
        <a:lstStyle/>
        <a:p>
          <a:endParaRPr lang="fr-FR"/>
        </a:p>
      </dgm:t>
    </dgm:pt>
    <dgm:pt modelId="{96FBF14C-8AE5-431E-BDE1-F921890DD4B5}" type="sibTrans" cxnId="{8A1197AB-EC3E-4333-BC5F-C65F0F32C735}">
      <dgm:prSet/>
      <dgm:spPr/>
      <dgm:t>
        <a:bodyPr/>
        <a:lstStyle/>
        <a:p>
          <a:endParaRPr lang="fr-FR"/>
        </a:p>
      </dgm:t>
    </dgm:pt>
    <dgm:pt modelId="{267FF5E8-6C85-463E-B468-1DC666E6B8AA}">
      <dgm:prSet phldrT="[Texte]" phldr="0" custT="1"/>
      <dgm:spPr>
        <a:noFill/>
        <a:ln w="28575">
          <a:solidFill>
            <a:schemeClr val="accent2">
              <a:lumMod val="75000"/>
            </a:schemeClr>
          </a:solidFill>
        </a:ln>
      </dgm:spPr>
      <dgm:t>
        <a:bodyPr/>
        <a:lstStyle/>
        <a:p>
          <a:r>
            <a:rPr lang="fr-FR" sz="1800" dirty="0">
              <a:solidFill>
                <a:schemeClr val="tx1"/>
              </a:solidFill>
            </a:rPr>
            <a:t>8 Faux billets</a:t>
          </a:r>
        </a:p>
      </dgm:t>
    </dgm:pt>
    <dgm:pt modelId="{F334D687-C5DD-4951-BE91-FE6579CE4314}" type="parTrans" cxnId="{60A4B1A7-7360-4A2E-BF5E-ABDD6C0716AC}">
      <dgm:prSet/>
      <dgm:spPr>
        <a:ln w="19050">
          <a:solidFill>
            <a:schemeClr val="accent2">
              <a:lumMod val="75000"/>
            </a:schemeClr>
          </a:solidFill>
        </a:ln>
      </dgm:spPr>
      <dgm:t>
        <a:bodyPr/>
        <a:lstStyle/>
        <a:p>
          <a:endParaRPr lang="fr-FR" dirty="0"/>
        </a:p>
      </dgm:t>
    </dgm:pt>
    <dgm:pt modelId="{50FFB07B-D248-4A2D-B916-912FC28FA5D7}" type="sibTrans" cxnId="{60A4B1A7-7360-4A2E-BF5E-ABDD6C0716AC}">
      <dgm:prSet/>
      <dgm:spPr/>
      <dgm:t>
        <a:bodyPr/>
        <a:lstStyle/>
        <a:p>
          <a:endParaRPr lang="fr-FR"/>
        </a:p>
      </dgm:t>
    </dgm:pt>
    <dgm:pt modelId="{644D434B-49B7-413E-91D3-8F2CE1577D60}">
      <dgm:prSet phldrT="[Texte]" phldr="0" custT="1"/>
      <dgm:spPr>
        <a:noFill/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endParaRPr lang="fr-FR" sz="1400" dirty="0">
            <a:solidFill>
              <a:schemeClr val="tx1"/>
            </a:solidFill>
          </a:endParaRPr>
        </a:p>
        <a:p>
          <a:endParaRPr lang="fr-FR" sz="1400" dirty="0">
            <a:solidFill>
              <a:schemeClr val="tx1"/>
            </a:solidFill>
          </a:endParaRPr>
        </a:p>
        <a:p>
          <a:r>
            <a:rPr lang="fr-FR" sz="1400" dirty="0">
              <a:solidFill>
                <a:schemeClr val="tx1"/>
              </a:solidFill>
            </a:rPr>
            <a:t>Suppression immédiate. Statistiquement dangereux d’imputer des dimensions sur une contrefaçons irrégulière</a:t>
          </a:r>
        </a:p>
      </dgm:t>
    </dgm:pt>
    <dgm:pt modelId="{74F1A2B2-F711-4CFB-BA95-461505776BEA}" type="parTrans" cxnId="{04C3C980-D346-4DA5-985E-F0DFF491A206}">
      <dgm:prSet/>
      <dgm:spPr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endParaRPr lang="fr-FR"/>
        </a:p>
      </dgm:t>
    </dgm:pt>
    <dgm:pt modelId="{60347ABD-74E1-4D64-B217-699F5A17908B}" type="sibTrans" cxnId="{04C3C980-D346-4DA5-985E-F0DFF491A206}">
      <dgm:prSet/>
      <dgm:spPr/>
      <dgm:t>
        <a:bodyPr/>
        <a:lstStyle/>
        <a:p>
          <a:endParaRPr lang="fr-FR"/>
        </a:p>
      </dgm:t>
    </dgm:pt>
    <dgm:pt modelId="{27B99E0C-880C-4C68-AB4D-9B2E967CF43A}">
      <dgm:prSet phldrT="[Texte]" phldr="0" custT="1"/>
      <dgm:spPr>
        <a:noFill/>
        <a:ln w="28575">
          <a:solidFill>
            <a:schemeClr val="tx2">
              <a:lumMod val="50000"/>
              <a:lumOff val="50000"/>
            </a:schemeClr>
          </a:solidFill>
        </a:ln>
      </dgm:spPr>
      <dgm:t>
        <a:bodyPr/>
        <a:lstStyle/>
        <a:p>
          <a:r>
            <a:rPr lang="fr-FR" sz="1800" dirty="0">
              <a:solidFill>
                <a:schemeClr val="tx1"/>
              </a:solidFill>
            </a:rPr>
            <a:t>29 Vrais billets</a:t>
          </a:r>
        </a:p>
      </dgm:t>
    </dgm:pt>
    <dgm:pt modelId="{8C59CE87-A557-41FC-85AD-951E9BB8B3CD}" type="parTrans" cxnId="{1F352B1A-B94C-4AB8-BE11-10EA3A8D580A}">
      <dgm:prSet/>
      <dgm:spPr>
        <a:ln w="19050">
          <a:solidFill>
            <a:schemeClr val="tx2">
              <a:lumMod val="50000"/>
              <a:lumOff val="50000"/>
            </a:schemeClr>
          </a:solidFill>
        </a:ln>
      </dgm:spPr>
      <dgm:t>
        <a:bodyPr/>
        <a:lstStyle/>
        <a:p>
          <a:endParaRPr lang="fr-FR"/>
        </a:p>
      </dgm:t>
    </dgm:pt>
    <dgm:pt modelId="{8C5F0A72-48F1-44EB-A300-3B91E55AF2A9}" type="sibTrans" cxnId="{1F352B1A-B94C-4AB8-BE11-10EA3A8D580A}">
      <dgm:prSet/>
      <dgm:spPr/>
      <dgm:t>
        <a:bodyPr/>
        <a:lstStyle/>
        <a:p>
          <a:endParaRPr lang="fr-FR"/>
        </a:p>
      </dgm:t>
    </dgm:pt>
    <dgm:pt modelId="{8D2CF11D-57C1-4F1C-B6E4-4AD4BC898FBA}">
      <dgm:prSet phldrT="[Texte]" phldr="0" custT="1"/>
      <dgm:spPr>
        <a:noFill/>
        <a:ln>
          <a:solidFill>
            <a:schemeClr val="bg1">
              <a:lumMod val="85000"/>
            </a:schemeClr>
          </a:solidFill>
        </a:ln>
      </dgm:spPr>
      <dgm:t>
        <a:bodyPr/>
        <a:lstStyle/>
        <a:p>
          <a:endParaRPr lang="fr-FR" sz="1400" dirty="0">
            <a:solidFill>
              <a:schemeClr val="tx1"/>
            </a:solidFill>
          </a:endParaRPr>
        </a:p>
        <a:p>
          <a:endParaRPr lang="fr-FR" sz="1400" dirty="0">
            <a:solidFill>
              <a:schemeClr val="tx1"/>
            </a:solidFill>
          </a:endParaRPr>
        </a:p>
        <a:p>
          <a:r>
            <a:rPr lang="fr-FR" sz="1400" dirty="0">
              <a:solidFill>
                <a:schemeClr val="tx1"/>
              </a:solidFill>
            </a:rPr>
            <a:t>Imputation par la médiane. Injection de la valeur exacte : 4,11 mm</a:t>
          </a:r>
        </a:p>
      </dgm:t>
    </dgm:pt>
    <dgm:pt modelId="{901941F1-5E52-46AA-8E3A-8CB0C08F5869}" type="parTrans" cxnId="{013B3A4F-3B91-48DA-AD01-D3DBCF867D79}">
      <dgm:prSet/>
      <dgm:spPr/>
      <dgm:t>
        <a:bodyPr/>
        <a:lstStyle/>
        <a:p>
          <a:endParaRPr lang="fr-FR"/>
        </a:p>
      </dgm:t>
    </dgm:pt>
    <dgm:pt modelId="{77943BEF-94DA-4B23-9246-FBA3413C3BCA}" type="sibTrans" cxnId="{013B3A4F-3B91-48DA-AD01-D3DBCF867D79}">
      <dgm:prSet/>
      <dgm:spPr/>
      <dgm:t>
        <a:bodyPr/>
        <a:lstStyle/>
        <a:p>
          <a:endParaRPr lang="fr-FR"/>
        </a:p>
      </dgm:t>
    </dgm:pt>
    <dgm:pt modelId="{14CC7D81-0E01-4EF2-BE60-61A27D3658A4}" type="pres">
      <dgm:prSet presAssocID="{39BFD053-DEFF-457B-932A-CEE187E4F5B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639E3E1-1C48-4A59-B89A-346536A7B094}" type="pres">
      <dgm:prSet presAssocID="{DFD87C29-1CC4-4859-96AE-9ADE23B8A250}" presName="root1" presStyleCnt="0"/>
      <dgm:spPr/>
    </dgm:pt>
    <dgm:pt modelId="{B2B38F0A-3944-4761-B103-E60B21A946F6}" type="pres">
      <dgm:prSet presAssocID="{DFD87C29-1CC4-4859-96AE-9ADE23B8A250}" presName="LevelOneTextNode" presStyleLbl="node0" presStyleIdx="0" presStyleCnt="1" custScaleX="71032">
        <dgm:presLayoutVars>
          <dgm:chPref val="3"/>
        </dgm:presLayoutVars>
      </dgm:prSet>
      <dgm:spPr>
        <a:prstGeom prst="rect">
          <a:avLst/>
        </a:prstGeom>
      </dgm:spPr>
    </dgm:pt>
    <dgm:pt modelId="{F7640AC4-2A19-4E6D-A10D-D6E42F2E0888}" type="pres">
      <dgm:prSet presAssocID="{DFD87C29-1CC4-4859-96AE-9ADE23B8A250}" presName="level2hierChild" presStyleCnt="0"/>
      <dgm:spPr/>
    </dgm:pt>
    <dgm:pt modelId="{8AB0B7FB-9284-40DE-A265-B58BBB670B38}" type="pres">
      <dgm:prSet presAssocID="{F334D687-C5DD-4951-BE91-FE6579CE4314}" presName="conn2-1" presStyleLbl="parChTrans1D2" presStyleIdx="0" presStyleCnt="2"/>
      <dgm:spPr/>
    </dgm:pt>
    <dgm:pt modelId="{F9234D9C-9D82-4D01-9D1F-4F19AA4EDBBE}" type="pres">
      <dgm:prSet presAssocID="{F334D687-C5DD-4951-BE91-FE6579CE4314}" presName="connTx" presStyleLbl="parChTrans1D2" presStyleIdx="0" presStyleCnt="2"/>
      <dgm:spPr/>
    </dgm:pt>
    <dgm:pt modelId="{22442C47-9F58-495A-BF25-007E5D29F87F}" type="pres">
      <dgm:prSet presAssocID="{267FF5E8-6C85-463E-B468-1DC666E6B8AA}" presName="root2" presStyleCnt="0"/>
      <dgm:spPr/>
    </dgm:pt>
    <dgm:pt modelId="{56279F64-5087-4D50-B850-F0D453A0ECC2}" type="pres">
      <dgm:prSet presAssocID="{267FF5E8-6C85-463E-B468-1DC666E6B8AA}" presName="LevelTwoTextNode" presStyleLbl="node2" presStyleIdx="0" presStyleCnt="2" custLinFactNeighborX="-20123" custLinFactNeighborY="-14216">
        <dgm:presLayoutVars>
          <dgm:chPref val="3"/>
        </dgm:presLayoutVars>
      </dgm:prSet>
      <dgm:spPr>
        <a:prstGeom prst="rect">
          <a:avLst/>
        </a:prstGeom>
      </dgm:spPr>
    </dgm:pt>
    <dgm:pt modelId="{A3A5A6FA-76EE-4E5D-9D94-83E3BD61DC64}" type="pres">
      <dgm:prSet presAssocID="{267FF5E8-6C85-463E-B468-1DC666E6B8AA}" presName="level3hierChild" presStyleCnt="0"/>
      <dgm:spPr/>
    </dgm:pt>
    <dgm:pt modelId="{29749AFA-0A3B-4B48-9690-ED42A9F6E01F}" type="pres">
      <dgm:prSet presAssocID="{74F1A2B2-F711-4CFB-BA95-461505776BEA}" presName="conn2-1" presStyleLbl="parChTrans1D3" presStyleIdx="0" presStyleCnt="2"/>
      <dgm:spPr/>
    </dgm:pt>
    <dgm:pt modelId="{D3748FB8-2EEF-498B-9B13-DDCDF32E69E5}" type="pres">
      <dgm:prSet presAssocID="{74F1A2B2-F711-4CFB-BA95-461505776BEA}" presName="connTx" presStyleLbl="parChTrans1D3" presStyleIdx="0" presStyleCnt="2"/>
      <dgm:spPr/>
    </dgm:pt>
    <dgm:pt modelId="{55599727-54F5-4617-A127-9EDF835DEECC}" type="pres">
      <dgm:prSet presAssocID="{644D434B-49B7-413E-91D3-8F2CE1577D60}" presName="root2" presStyleCnt="0"/>
      <dgm:spPr/>
    </dgm:pt>
    <dgm:pt modelId="{5767AB72-8C25-479B-8EFD-4EB5552780A6}" type="pres">
      <dgm:prSet presAssocID="{644D434B-49B7-413E-91D3-8F2CE1577D60}" presName="LevelTwoTextNode" presStyleLbl="node3" presStyleIdx="0" presStyleCnt="2" custScaleY="160422" custLinFactNeighborX="-34741" custLinFactNeighborY="-29428">
        <dgm:presLayoutVars>
          <dgm:chPref val="3"/>
        </dgm:presLayoutVars>
      </dgm:prSet>
      <dgm:spPr>
        <a:prstGeom prst="rect">
          <a:avLst/>
        </a:prstGeom>
      </dgm:spPr>
    </dgm:pt>
    <dgm:pt modelId="{857BA7A3-FFBB-4290-9BA2-BDA49FCA94F7}" type="pres">
      <dgm:prSet presAssocID="{644D434B-49B7-413E-91D3-8F2CE1577D60}" presName="level3hierChild" presStyleCnt="0"/>
      <dgm:spPr/>
    </dgm:pt>
    <dgm:pt modelId="{25F27680-EBBC-48CD-9E7C-71DBE3FD2396}" type="pres">
      <dgm:prSet presAssocID="{8C59CE87-A557-41FC-85AD-951E9BB8B3CD}" presName="conn2-1" presStyleLbl="parChTrans1D2" presStyleIdx="1" presStyleCnt="2"/>
      <dgm:spPr/>
    </dgm:pt>
    <dgm:pt modelId="{8B1D18C1-213F-4919-A7B8-1681A8E537A4}" type="pres">
      <dgm:prSet presAssocID="{8C59CE87-A557-41FC-85AD-951E9BB8B3CD}" presName="connTx" presStyleLbl="parChTrans1D2" presStyleIdx="1" presStyleCnt="2"/>
      <dgm:spPr/>
    </dgm:pt>
    <dgm:pt modelId="{7B1510FF-0FA8-4C3D-95A5-5B7306ED67E8}" type="pres">
      <dgm:prSet presAssocID="{27B99E0C-880C-4C68-AB4D-9B2E967CF43A}" presName="root2" presStyleCnt="0"/>
      <dgm:spPr/>
    </dgm:pt>
    <dgm:pt modelId="{AF76AF8F-656A-4108-A4FF-B974F3E707A4}" type="pres">
      <dgm:prSet presAssocID="{27B99E0C-880C-4C68-AB4D-9B2E967CF43A}" presName="LevelTwoTextNode" presStyleLbl="node2" presStyleIdx="1" presStyleCnt="2" custLinFactNeighborX="-18984" custLinFactNeighborY="13881">
        <dgm:presLayoutVars>
          <dgm:chPref val="3"/>
        </dgm:presLayoutVars>
      </dgm:prSet>
      <dgm:spPr>
        <a:prstGeom prst="rect">
          <a:avLst/>
        </a:prstGeom>
      </dgm:spPr>
    </dgm:pt>
    <dgm:pt modelId="{94232D9A-081C-465D-8F2C-17E07ECBB4DF}" type="pres">
      <dgm:prSet presAssocID="{27B99E0C-880C-4C68-AB4D-9B2E967CF43A}" presName="level3hierChild" presStyleCnt="0"/>
      <dgm:spPr/>
    </dgm:pt>
    <dgm:pt modelId="{11231DA0-10BF-4AEF-9D87-ECE784CF6450}" type="pres">
      <dgm:prSet presAssocID="{901941F1-5E52-46AA-8E3A-8CB0C08F5869}" presName="conn2-1" presStyleLbl="parChTrans1D3" presStyleIdx="1" presStyleCnt="2"/>
      <dgm:spPr/>
    </dgm:pt>
    <dgm:pt modelId="{AA7574D8-862C-43E8-AE67-E376CB97CA38}" type="pres">
      <dgm:prSet presAssocID="{901941F1-5E52-46AA-8E3A-8CB0C08F5869}" presName="connTx" presStyleLbl="parChTrans1D3" presStyleIdx="1" presStyleCnt="2"/>
      <dgm:spPr/>
    </dgm:pt>
    <dgm:pt modelId="{EB9AEE8E-8877-4870-9FC6-97A878908135}" type="pres">
      <dgm:prSet presAssocID="{8D2CF11D-57C1-4F1C-B6E4-4AD4BC898FBA}" presName="root2" presStyleCnt="0"/>
      <dgm:spPr/>
    </dgm:pt>
    <dgm:pt modelId="{5371C4AB-FA7A-42F2-83F3-A01B43B4A4A6}" type="pres">
      <dgm:prSet presAssocID="{8D2CF11D-57C1-4F1C-B6E4-4AD4BC898FBA}" presName="LevelTwoTextNode" presStyleLbl="node3" presStyleIdx="1" presStyleCnt="2" custScaleY="171311" custLinFactNeighborX="-34741" custLinFactNeighborY="27784">
        <dgm:presLayoutVars>
          <dgm:chPref val="3"/>
        </dgm:presLayoutVars>
      </dgm:prSet>
      <dgm:spPr>
        <a:prstGeom prst="rect">
          <a:avLst/>
        </a:prstGeom>
      </dgm:spPr>
    </dgm:pt>
    <dgm:pt modelId="{CEA21DBE-7C87-4EB1-8B34-F1CAC9CCFE57}" type="pres">
      <dgm:prSet presAssocID="{8D2CF11D-57C1-4F1C-B6E4-4AD4BC898FBA}" presName="level3hierChild" presStyleCnt="0"/>
      <dgm:spPr/>
    </dgm:pt>
  </dgm:ptLst>
  <dgm:cxnLst>
    <dgm:cxn modelId="{9EBE1204-F563-415C-A0D8-7625EE10213E}" type="presOf" srcId="{901941F1-5E52-46AA-8E3A-8CB0C08F5869}" destId="{AA7574D8-862C-43E8-AE67-E376CB97CA38}" srcOrd="1" destOrd="0" presId="urn:microsoft.com/office/officeart/2005/8/layout/hierarchy2"/>
    <dgm:cxn modelId="{59FFFA06-0976-43D0-ACDD-EFE963DA3193}" type="presOf" srcId="{27B99E0C-880C-4C68-AB4D-9B2E967CF43A}" destId="{AF76AF8F-656A-4108-A4FF-B974F3E707A4}" srcOrd="0" destOrd="0" presId="urn:microsoft.com/office/officeart/2005/8/layout/hierarchy2"/>
    <dgm:cxn modelId="{306B7507-C7A3-46C8-AA5E-342FEFFA7213}" type="presOf" srcId="{F334D687-C5DD-4951-BE91-FE6579CE4314}" destId="{8AB0B7FB-9284-40DE-A265-B58BBB670B38}" srcOrd="0" destOrd="0" presId="urn:microsoft.com/office/officeart/2005/8/layout/hierarchy2"/>
    <dgm:cxn modelId="{1F352B1A-B94C-4AB8-BE11-10EA3A8D580A}" srcId="{DFD87C29-1CC4-4859-96AE-9ADE23B8A250}" destId="{27B99E0C-880C-4C68-AB4D-9B2E967CF43A}" srcOrd="1" destOrd="0" parTransId="{8C59CE87-A557-41FC-85AD-951E9BB8B3CD}" sibTransId="{8C5F0A72-48F1-44EB-A300-3B91E55AF2A9}"/>
    <dgm:cxn modelId="{BBB62737-F6F7-4FEE-B1EC-BC9CBBFE7C7B}" type="presOf" srcId="{DFD87C29-1CC4-4859-96AE-9ADE23B8A250}" destId="{B2B38F0A-3944-4761-B103-E60B21A946F6}" srcOrd="0" destOrd="0" presId="urn:microsoft.com/office/officeart/2005/8/layout/hierarchy2"/>
    <dgm:cxn modelId="{E1A20E38-8A48-4B72-83DB-8F76C4AE05F0}" type="presOf" srcId="{F334D687-C5DD-4951-BE91-FE6579CE4314}" destId="{F9234D9C-9D82-4D01-9D1F-4F19AA4EDBBE}" srcOrd="1" destOrd="0" presId="urn:microsoft.com/office/officeart/2005/8/layout/hierarchy2"/>
    <dgm:cxn modelId="{76F93B42-3836-450F-BA33-686D22498FC1}" type="presOf" srcId="{8D2CF11D-57C1-4F1C-B6E4-4AD4BC898FBA}" destId="{5371C4AB-FA7A-42F2-83F3-A01B43B4A4A6}" srcOrd="0" destOrd="0" presId="urn:microsoft.com/office/officeart/2005/8/layout/hierarchy2"/>
    <dgm:cxn modelId="{7500F142-EC1C-47C0-9465-9E759F8AFB65}" type="presOf" srcId="{8C59CE87-A557-41FC-85AD-951E9BB8B3CD}" destId="{8B1D18C1-213F-4919-A7B8-1681A8E537A4}" srcOrd="1" destOrd="0" presId="urn:microsoft.com/office/officeart/2005/8/layout/hierarchy2"/>
    <dgm:cxn modelId="{87A2AC65-C93C-4796-91F6-9F95A5AE8DBA}" type="presOf" srcId="{8C59CE87-A557-41FC-85AD-951E9BB8B3CD}" destId="{25F27680-EBBC-48CD-9E7C-71DBE3FD2396}" srcOrd="0" destOrd="0" presId="urn:microsoft.com/office/officeart/2005/8/layout/hierarchy2"/>
    <dgm:cxn modelId="{952ABF6A-8AF5-4D9A-809C-6DDACB93EE2A}" type="presOf" srcId="{644D434B-49B7-413E-91D3-8F2CE1577D60}" destId="{5767AB72-8C25-479B-8EFD-4EB5552780A6}" srcOrd="0" destOrd="0" presId="urn:microsoft.com/office/officeart/2005/8/layout/hierarchy2"/>
    <dgm:cxn modelId="{013B3A4F-3B91-48DA-AD01-D3DBCF867D79}" srcId="{27B99E0C-880C-4C68-AB4D-9B2E967CF43A}" destId="{8D2CF11D-57C1-4F1C-B6E4-4AD4BC898FBA}" srcOrd="0" destOrd="0" parTransId="{901941F1-5E52-46AA-8E3A-8CB0C08F5869}" sibTransId="{77943BEF-94DA-4B23-9246-FBA3413C3BCA}"/>
    <dgm:cxn modelId="{04C3C980-D346-4DA5-985E-F0DFF491A206}" srcId="{267FF5E8-6C85-463E-B468-1DC666E6B8AA}" destId="{644D434B-49B7-413E-91D3-8F2CE1577D60}" srcOrd="0" destOrd="0" parTransId="{74F1A2B2-F711-4CFB-BA95-461505776BEA}" sibTransId="{60347ABD-74E1-4D64-B217-699F5A17908B}"/>
    <dgm:cxn modelId="{60A4B1A7-7360-4A2E-BF5E-ABDD6C0716AC}" srcId="{DFD87C29-1CC4-4859-96AE-9ADE23B8A250}" destId="{267FF5E8-6C85-463E-B468-1DC666E6B8AA}" srcOrd="0" destOrd="0" parTransId="{F334D687-C5DD-4951-BE91-FE6579CE4314}" sibTransId="{50FFB07B-D248-4A2D-B916-912FC28FA5D7}"/>
    <dgm:cxn modelId="{8A1197AB-EC3E-4333-BC5F-C65F0F32C735}" srcId="{39BFD053-DEFF-457B-932A-CEE187E4F5B1}" destId="{DFD87C29-1CC4-4859-96AE-9ADE23B8A250}" srcOrd="0" destOrd="0" parTransId="{A2CD4302-B458-47D9-8EA7-6AFBEDDE3C4A}" sibTransId="{96FBF14C-8AE5-431E-BDE1-F921890DD4B5}"/>
    <dgm:cxn modelId="{7693EFC1-3A0B-43EA-A3BF-2FCCBB41689F}" type="presOf" srcId="{267FF5E8-6C85-463E-B468-1DC666E6B8AA}" destId="{56279F64-5087-4D50-B850-F0D453A0ECC2}" srcOrd="0" destOrd="0" presId="urn:microsoft.com/office/officeart/2005/8/layout/hierarchy2"/>
    <dgm:cxn modelId="{E8CCC3D3-03F7-4356-B19F-95690AD232D5}" type="presOf" srcId="{74F1A2B2-F711-4CFB-BA95-461505776BEA}" destId="{D3748FB8-2EEF-498B-9B13-DDCDF32E69E5}" srcOrd="1" destOrd="0" presId="urn:microsoft.com/office/officeart/2005/8/layout/hierarchy2"/>
    <dgm:cxn modelId="{06A139F5-E636-4BBC-B963-FFC263764F63}" type="presOf" srcId="{901941F1-5E52-46AA-8E3A-8CB0C08F5869}" destId="{11231DA0-10BF-4AEF-9D87-ECE784CF6450}" srcOrd="0" destOrd="0" presId="urn:microsoft.com/office/officeart/2005/8/layout/hierarchy2"/>
    <dgm:cxn modelId="{31979EFC-275B-4CCF-9662-F9D34D55FB6B}" type="presOf" srcId="{39BFD053-DEFF-457B-932A-CEE187E4F5B1}" destId="{14CC7D81-0E01-4EF2-BE60-61A27D3658A4}" srcOrd="0" destOrd="0" presId="urn:microsoft.com/office/officeart/2005/8/layout/hierarchy2"/>
    <dgm:cxn modelId="{4F757CFD-BC44-49C8-AB23-4EA774DA64F2}" type="presOf" srcId="{74F1A2B2-F711-4CFB-BA95-461505776BEA}" destId="{29749AFA-0A3B-4B48-9690-ED42A9F6E01F}" srcOrd="0" destOrd="0" presId="urn:microsoft.com/office/officeart/2005/8/layout/hierarchy2"/>
    <dgm:cxn modelId="{789486E3-29C3-4DCF-9368-73917F4DDC2D}" type="presParOf" srcId="{14CC7D81-0E01-4EF2-BE60-61A27D3658A4}" destId="{4639E3E1-1C48-4A59-B89A-346536A7B094}" srcOrd="0" destOrd="0" presId="urn:microsoft.com/office/officeart/2005/8/layout/hierarchy2"/>
    <dgm:cxn modelId="{CDA16F35-4024-4A1D-84A4-019CBE9A9CD6}" type="presParOf" srcId="{4639E3E1-1C48-4A59-B89A-346536A7B094}" destId="{B2B38F0A-3944-4761-B103-E60B21A946F6}" srcOrd="0" destOrd="0" presId="urn:microsoft.com/office/officeart/2005/8/layout/hierarchy2"/>
    <dgm:cxn modelId="{19A24B4B-384D-4441-8FAD-41FA85D1A62C}" type="presParOf" srcId="{4639E3E1-1C48-4A59-B89A-346536A7B094}" destId="{F7640AC4-2A19-4E6D-A10D-D6E42F2E0888}" srcOrd="1" destOrd="0" presId="urn:microsoft.com/office/officeart/2005/8/layout/hierarchy2"/>
    <dgm:cxn modelId="{B8BA009E-16AE-4F9C-99DA-8C73BFAEA9CE}" type="presParOf" srcId="{F7640AC4-2A19-4E6D-A10D-D6E42F2E0888}" destId="{8AB0B7FB-9284-40DE-A265-B58BBB670B38}" srcOrd="0" destOrd="0" presId="urn:microsoft.com/office/officeart/2005/8/layout/hierarchy2"/>
    <dgm:cxn modelId="{6D9159B1-98C4-4D01-ACA0-3E3B60E4B239}" type="presParOf" srcId="{8AB0B7FB-9284-40DE-A265-B58BBB670B38}" destId="{F9234D9C-9D82-4D01-9D1F-4F19AA4EDBBE}" srcOrd="0" destOrd="0" presId="urn:microsoft.com/office/officeart/2005/8/layout/hierarchy2"/>
    <dgm:cxn modelId="{D5BDD4B9-60DB-40BD-A624-EEE156B54291}" type="presParOf" srcId="{F7640AC4-2A19-4E6D-A10D-D6E42F2E0888}" destId="{22442C47-9F58-495A-BF25-007E5D29F87F}" srcOrd="1" destOrd="0" presId="urn:microsoft.com/office/officeart/2005/8/layout/hierarchy2"/>
    <dgm:cxn modelId="{F87DB53E-2C05-4E45-9978-632C4F976881}" type="presParOf" srcId="{22442C47-9F58-495A-BF25-007E5D29F87F}" destId="{56279F64-5087-4D50-B850-F0D453A0ECC2}" srcOrd="0" destOrd="0" presId="urn:microsoft.com/office/officeart/2005/8/layout/hierarchy2"/>
    <dgm:cxn modelId="{4760FD1A-0908-46A2-9721-B3976B76871D}" type="presParOf" srcId="{22442C47-9F58-495A-BF25-007E5D29F87F}" destId="{A3A5A6FA-76EE-4E5D-9D94-83E3BD61DC64}" srcOrd="1" destOrd="0" presId="urn:microsoft.com/office/officeart/2005/8/layout/hierarchy2"/>
    <dgm:cxn modelId="{75030EDD-3FBD-4B63-A703-94D529ACCDF3}" type="presParOf" srcId="{A3A5A6FA-76EE-4E5D-9D94-83E3BD61DC64}" destId="{29749AFA-0A3B-4B48-9690-ED42A9F6E01F}" srcOrd="0" destOrd="0" presId="urn:microsoft.com/office/officeart/2005/8/layout/hierarchy2"/>
    <dgm:cxn modelId="{214EEA54-AC20-42A8-82D9-1E3A93322B91}" type="presParOf" srcId="{29749AFA-0A3B-4B48-9690-ED42A9F6E01F}" destId="{D3748FB8-2EEF-498B-9B13-DDCDF32E69E5}" srcOrd="0" destOrd="0" presId="urn:microsoft.com/office/officeart/2005/8/layout/hierarchy2"/>
    <dgm:cxn modelId="{F38C6C84-5081-4D9E-A92C-46EE90AF1B3C}" type="presParOf" srcId="{A3A5A6FA-76EE-4E5D-9D94-83E3BD61DC64}" destId="{55599727-54F5-4617-A127-9EDF835DEECC}" srcOrd="1" destOrd="0" presId="urn:microsoft.com/office/officeart/2005/8/layout/hierarchy2"/>
    <dgm:cxn modelId="{DE81539D-514B-4E42-80BD-C476887747B6}" type="presParOf" srcId="{55599727-54F5-4617-A127-9EDF835DEECC}" destId="{5767AB72-8C25-479B-8EFD-4EB5552780A6}" srcOrd="0" destOrd="0" presId="urn:microsoft.com/office/officeart/2005/8/layout/hierarchy2"/>
    <dgm:cxn modelId="{139C8756-1C67-4E00-ABB7-80137F576036}" type="presParOf" srcId="{55599727-54F5-4617-A127-9EDF835DEECC}" destId="{857BA7A3-FFBB-4290-9BA2-BDA49FCA94F7}" srcOrd="1" destOrd="0" presId="urn:microsoft.com/office/officeart/2005/8/layout/hierarchy2"/>
    <dgm:cxn modelId="{599CDFBF-88AA-4495-BE9E-1D60D5D2ADDC}" type="presParOf" srcId="{F7640AC4-2A19-4E6D-A10D-D6E42F2E0888}" destId="{25F27680-EBBC-48CD-9E7C-71DBE3FD2396}" srcOrd="2" destOrd="0" presId="urn:microsoft.com/office/officeart/2005/8/layout/hierarchy2"/>
    <dgm:cxn modelId="{D118A080-AB6B-4D26-8F7C-E9F12756AC78}" type="presParOf" srcId="{25F27680-EBBC-48CD-9E7C-71DBE3FD2396}" destId="{8B1D18C1-213F-4919-A7B8-1681A8E537A4}" srcOrd="0" destOrd="0" presId="urn:microsoft.com/office/officeart/2005/8/layout/hierarchy2"/>
    <dgm:cxn modelId="{08536743-8BD9-40DC-B473-EB3885644121}" type="presParOf" srcId="{F7640AC4-2A19-4E6D-A10D-D6E42F2E0888}" destId="{7B1510FF-0FA8-4C3D-95A5-5B7306ED67E8}" srcOrd="3" destOrd="0" presId="urn:microsoft.com/office/officeart/2005/8/layout/hierarchy2"/>
    <dgm:cxn modelId="{F1CB81A4-916A-4036-93B0-DA224D9B1C65}" type="presParOf" srcId="{7B1510FF-0FA8-4C3D-95A5-5B7306ED67E8}" destId="{AF76AF8F-656A-4108-A4FF-B974F3E707A4}" srcOrd="0" destOrd="0" presId="urn:microsoft.com/office/officeart/2005/8/layout/hierarchy2"/>
    <dgm:cxn modelId="{EFC5E470-5B91-43B7-B21E-9C691AD5C040}" type="presParOf" srcId="{7B1510FF-0FA8-4C3D-95A5-5B7306ED67E8}" destId="{94232D9A-081C-465D-8F2C-17E07ECBB4DF}" srcOrd="1" destOrd="0" presId="urn:microsoft.com/office/officeart/2005/8/layout/hierarchy2"/>
    <dgm:cxn modelId="{B8AE2638-889A-40D1-9905-3781A30541BD}" type="presParOf" srcId="{94232D9A-081C-465D-8F2C-17E07ECBB4DF}" destId="{11231DA0-10BF-4AEF-9D87-ECE784CF6450}" srcOrd="0" destOrd="0" presId="urn:microsoft.com/office/officeart/2005/8/layout/hierarchy2"/>
    <dgm:cxn modelId="{696C9105-3192-49BB-A892-7309047FEAAB}" type="presParOf" srcId="{11231DA0-10BF-4AEF-9D87-ECE784CF6450}" destId="{AA7574D8-862C-43E8-AE67-E376CB97CA38}" srcOrd="0" destOrd="0" presId="urn:microsoft.com/office/officeart/2005/8/layout/hierarchy2"/>
    <dgm:cxn modelId="{6AC3E011-8306-4B6C-B5BD-58AA2438A825}" type="presParOf" srcId="{94232D9A-081C-465D-8F2C-17E07ECBB4DF}" destId="{EB9AEE8E-8877-4870-9FC6-97A878908135}" srcOrd="1" destOrd="0" presId="urn:microsoft.com/office/officeart/2005/8/layout/hierarchy2"/>
    <dgm:cxn modelId="{C76C12C6-4D09-4A92-9F13-836680582A3A}" type="presParOf" srcId="{EB9AEE8E-8877-4870-9FC6-97A878908135}" destId="{5371C4AB-FA7A-42F2-83F3-A01B43B4A4A6}" srcOrd="0" destOrd="0" presId="urn:microsoft.com/office/officeart/2005/8/layout/hierarchy2"/>
    <dgm:cxn modelId="{3168FC6C-E1D2-409B-A7AA-4D0FD371A7EF}" type="presParOf" srcId="{EB9AEE8E-8877-4870-9FC6-97A878908135}" destId="{CEA21DBE-7C87-4EB1-8B34-F1CAC9CCFE5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1BDC4E-0033-473D-B9AE-B5A42C2F3064}">
      <dsp:nvSpPr>
        <dsp:cNvPr id="0" name=""/>
        <dsp:cNvSpPr/>
      </dsp:nvSpPr>
      <dsp:spPr>
        <a:xfrm>
          <a:off x="2651760" y="2326034"/>
          <a:ext cx="1385197" cy="4952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4692"/>
              </a:lnTo>
              <a:lnTo>
                <a:pt x="1385197" y="274692"/>
              </a:lnTo>
              <a:lnTo>
                <a:pt x="1385197" y="49527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750E0A-2937-4874-81FF-E4DF66BAFD74}">
      <dsp:nvSpPr>
        <dsp:cNvPr id="0" name=""/>
        <dsp:cNvSpPr/>
      </dsp:nvSpPr>
      <dsp:spPr>
        <a:xfrm>
          <a:off x="1345522" y="2326034"/>
          <a:ext cx="1306237" cy="485772"/>
        </a:xfrm>
        <a:custGeom>
          <a:avLst/>
          <a:gdLst/>
          <a:ahLst/>
          <a:cxnLst/>
          <a:rect l="0" t="0" r="0" b="0"/>
          <a:pathLst>
            <a:path>
              <a:moveTo>
                <a:pt x="1306237" y="0"/>
              </a:moveTo>
              <a:lnTo>
                <a:pt x="1306237" y="265186"/>
              </a:lnTo>
              <a:lnTo>
                <a:pt x="0" y="265186"/>
              </a:lnTo>
              <a:lnTo>
                <a:pt x="0" y="485772"/>
              </a:lnTo>
            </a:path>
          </a:pathLst>
        </a:custGeom>
        <a:noFill/>
        <a:ln w="190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632695-A885-4798-B410-F1E4ABE2CB45}">
      <dsp:nvSpPr>
        <dsp:cNvPr id="0" name=""/>
        <dsp:cNvSpPr/>
      </dsp:nvSpPr>
      <dsp:spPr>
        <a:xfrm>
          <a:off x="2606040" y="996435"/>
          <a:ext cx="91440" cy="4411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117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F2C901-9FE3-4CA4-9156-5C54AD482D49}">
      <dsp:nvSpPr>
        <dsp:cNvPr id="0" name=""/>
        <dsp:cNvSpPr/>
      </dsp:nvSpPr>
      <dsp:spPr>
        <a:xfrm>
          <a:off x="1732" y="95677"/>
          <a:ext cx="5300055" cy="900758"/>
        </a:xfrm>
        <a:prstGeom prst="rect">
          <a:avLst/>
        </a:prstGeom>
        <a:solidFill>
          <a:schemeClr val="bg1">
            <a:lumMod val="95000"/>
          </a:schemeClr>
        </a:solidFill>
        <a:ln w="28575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0" kern="1200" dirty="0">
              <a:solidFill>
                <a:schemeClr val="tx1"/>
              </a:solidFill>
            </a:rPr>
            <a:t>37 VALEURS MANQUANTES</a:t>
          </a:r>
        </a:p>
      </dsp:txBody>
      <dsp:txXfrm>
        <a:off x="1732" y="95677"/>
        <a:ext cx="5300055" cy="900758"/>
      </dsp:txXfrm>
    </dsp:sp>
    <dsp:sp modelId="{34DB882F-D651-4FA3-ADCB-D67A8963DA58}">
      <dsp:nvSpPr>
        <dsp:cNvPr id="0" name=""/>
        <dsp:cNvSpPr/>
      </dsp:nvSpPr>
      <dsp:spPr>
        <a:xfrm>
          <a:off x="1648418" y="1437607"/>
          <a:ext cx="2006682" cy="888426"/>
        </a:xfrm>
        <a:prstGeom prst="rect">
          <a:avLst/>
        </a:prstGeom>
        <a:solidFill>
          <a:schemeClr val="bg1">
            <a:lumMod val="9500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chemeClr val="tx1"/>
              </a:solidFill>
            </a:rPr>
            <a:t>Anomalies détectées</a:t>
          </a:r>
        </a:p>
      </dsp:txBody>
      <dsp:txXfrm>
        <a:off x="1648418" y="1437607"/>
        <a:ext cx="2006682" cy="888426"/>
      </dsp:txXfrm>
    </dsp:sp>
    <dsp:sp modelId="{3E06FDA6-A586-4788-A362-00C2CAC74E5B}">
      <dsp:nvSpPr>
        <dsp:cNvPr id="0" name=""/>
        <dsp:cNvSpPr/>
      </dsp:nvSpPr>
      <dsp:spPr>
        <a:xfrm>
          <a:off x="119525" y="2811807"/>
          <a:ext cx="2451993" cy="558356"/>
        </a:xfrm>
        <a:prstGeom prst="rect">
          <a:avLst/>
        </a:prstGeom>
        <a:solidFill>
          <a:schemeClr val="accent2">
            <a:lumMod val="20000"/>
            <a:lumOff val="80000"/>
          </a:schemeClr>
        </a:solidFill>
        <a:ln w="28575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chemeClr val="tx1"/>
              </a:solidFill>
            </a:rPr>
            <a:t>8 Billets faux</a:t>
          </a:r>
        </a:p>
      </dsp:txBody>
      <dsp:txXfrm>
        <a:off x="119525" y="2811807"/>
        <a:ext cx="2451993" cy="558356"/>
      </dsp:txXfrm>
    </dsp:sp>
    <dsp:sp modelId="{64216B70-FBB0-4741-8DDC-7FC91D20ACDA}">
      <dsp:nvSpPr>
        <dsp:cNvPr id="0" name=""/>
        <dsp:cNvSpPr/>
      </dsp:nvSpPr>
      <dsp:spPr>
        <a:xfrm>
          <a:off x="2899604" y="2821313"/>
          <a:ext cx="2274705" cy="539354"/>
        </a:xfrm>
        <a:prstGeom prst="rect">
          <a:avLst/>
        </a:prstGeom>
        <a:solidFill>
          <a:schemeClr val="tx2">
            <a:lumMod val="10000"/>
            <a:lumOff val="90000"/>
          </a:schemeClr>
        </a:solidFill>
        <a:ln w="28575" cap="flat" cmpd="sng" algn="ctr">
          <a:solidFill>
            <a:schemeClr val="tx2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solidFill>
                <a:schemeClr val="tx1"/>
              </a:solidFill>
            </a:rPr>
            <a:t>29 Billets vrais</a:t>
          </a:r>
        </a:p>
      </dsp:txBody>
      <dsp:txXfrm>
        <a:off x="2899604" y="2821313"/>
        <a:ext cx="2274705" cy="5393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38F0A-3944-4761-B103-E60B21A946F6}">
      <dsp:nvSpPr>
        <dsp:cNvPr id="0" name=""/>
        <dsp:cNvSpPr/>
      </dsp:nvSpPr>
      <dsp:spPr>
        <a:xfrm>
          <a:off x="6380" y="1611910"/>
          <a:ext cx="1709156" cy="1203088"/>
        </a:xfrm>
        <a:prstGeom prst="rect">
          <a:avLst/>
        </a:pr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chemeClr val="tx1"/>
              </a:solidFill>
            </a:rPr>
            <a:t>37 valeurs manquantes</a:t>
          </a:r>
        </a:p>
      </dsp:txBody>
      <dsp:txXfrm>
        <a:off x="6380" y="1611910"/>
        <a:ext cx="1709156" cy="1203088"/>
      </dsp:txXfrm>
    </dsp:sp>
    <dsp:sp modelId="{8AB0B7FB-9284-40DE-A265-B58BBB670B38}">
      <dsp:nvSpPr>
        <dsp:cNvPr id="0" name=""/>
        <dsp:cNvSpPr/>
      </dsp:nvSpPr>
      <dsp:spPr>
        <a:xfrm rot="17448042">
          <a:off x="1281271" y="1559841"/>
          <a:ext cx="1346806" cy="48204"/>
        </a:xfrm>
        <a:custGeom>
          <a:avLst/>
          <a:gdLst/>
          <a:ahLst/>
          <a:cxnLst/>
          <a:rect l="0" t="0" r="0" b="0"/>
          <a:pathLst>
            <a:path>
              <a:moveTo>
                <a:pt x="0" y="24102"/>
              </a:moveTo>
              <a:lnTo>
                <a:pt x="1346806" y="24102"/>
              </a:lnTo>
            </a:path>
          </a:pathLst>
        </a:custGeom>
        <a:noFill/>
        <a:ln w="190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 dirty="0"/>
        </a:p>
      </dsp:txBody>
      <dsp:txXfrm>
        <a:off x="1921004" y="1550273"/>
        <a:ext cx="67340" cy="67340"/>
      </dsp:txXfrm>
    </dsp:sp>
    <dsp:sp modelId="{56279F64-5087-4D50-B850-F0D453A0ECC2}">
      <dsp:nvSpPr>
        <dsp:cNvPr id="0" name=""/>
        <dsp:cNvSpPr/>
      </dsp:nvSpPr>
      <dsp:spPr>
        <a:xfrm>
          <a:off x="2193813" y="352887"/>
          <a:ext cx="2406177" cy="1203088"/>
        </a:xfrm>
        <a:prstGeom prst="rect">
          <a:avLst/>
        </a:prstGeom>
        <a:noFill/>
        <a:ln w="28575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chemeClr val="tx1"/>
              </a:solidFill>
            </a:rPr>
            <a:t>8 Faux billets</a:t>
          </a:r>
        </a:p>
      </dsp:txBody>
      <dsp:txXfrm>
        <a:off x="2193813" y="352887"/>
        <a:ext cx="2406177" cy="1203088"/>
      </dsp:txXfrm>
    </dsp:sp>
    <dsp:sp modelId="{29749AFA-0A3B-4B48-9690-ED42A9F6E01F}">
      <dsp:nvSpPr>
        <dsp:cNvPr id="0" name=""/>
        <dsp:cNvSpPr/>
      </dsp:nvSpPr>
      <dsp:spPr>
        <a:xfrm rot="59535">
          <a:off x="4599945" y="935618"/>
          <a:ext cx="610827" cy="48204"/>
        </a:xfrm>
        <a:custGeom>
          <a:avLst/>
          <a:gdLst/>
          <a:ahLst/>
          <a:cxnLst/>
          <a:rect l="0" t="0" r="0" b="0"/>
          <a:pathLst>
            <a:path>
              <a:moveTo>
                <a:pt x="0" y="24102"/>
              </a:moveTo>
              <a:lnTo>
                <a:pt x="610827" y="24102"/>
              </a:lnTo>
            </a:path>
          </a:pathLst>
        </a:custGeom>
        <a:noFill/>
        <a:ln w="190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890088" y="944450"/>
        <a:ext cx="30541" cy="30541"/>
      </dsp:txXfrm>
    </dsp:sp>
    <dsp:sp modelId="{5767AB72-8C25-479B-8EFD-4EB5552780A6}">
      <dsp:nvSpPr>
        <dsp:cNvPr id="0" name=""/>
        <dsp:cNvSpPr/>
      </dsp:nvSpPr>
      <dsp:spPr>
        <a:xfrm>
          <a:off x="5210727" y="0"/>
          <a:ext cx="2406177" cy="1930019"/>
        </a:xfrm>
        <a:prstGeom prst="rect">
          <a:avLst/>
        </a:prstGeom>
        <a:noFill/>
        <a:ln w="19050" cap="flat" cmpd="sng" algn="ctr">
          <a:solidFill>
            <a:schemeClr val="bg1">
              <a:lumMod val="8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solidFill>
                <a:schemeClr val="tx1"/>
              </a:solidFill>
            </a:rPr>
            <a:t>Suppression immédiate. Statistiquement dangereux d’imputer des dimensions sur une contrefaçons irrégulière</a:t>
          </a:r>
        </a:p>
      </dsp:txBody>
      <dsp:txXfrm>
        <a:off x="5210727" y="0"/>
        <a:ext cx="2406177" cy="1930019"/>
      </dsp:txXfrm>
    </dsp:sp>
    <dsp:sp modelId="{25F27680-EBBC-48CD-9E7C-71DBE3FD2396}">
      <dsp:nvSpPr>
        <dsp:cNvPr id="0" name=""/>
        <dsp:cNvSpPr/>
      </dsp:nvSpPr>
      <dsp:spPr>
        <a:xfrm rot="4083222">
          <a:off x="1291857" y="2816849"/>
          <a:ext cx="1353042" cy="48204"/>
        </a:xfrm>
        <a:custGeom>
          <a:avLst/>
          <a:gdLst/>
          <a:ahLst/>
          <a:cxnLst/>
          <a:rect l="0" t="0" r="0" b="0"/>
          <a:pathLst>
            <a:path>
              <a:moveTo>
                <a:pt x="0" y="24102"/>
              </a:moveTo>
              <a:lnTo>
                <a:pt x="1353042" y="24102"/>
              </a:lnTo>
            </a:path>
          </a:pathLst>
        </a:custGeom>
        <a:noFill/>
        <a:ln w="19050" cap="flat" cmpd="sng" algn="ctr">
          <a:solidFill>
            <a:schemeClr val="tx2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934552" y="2807125"/>
        <a:ext cx="67652" cy="67652"/>
      </dsp:txXfrm>
    </dsp:sp>
    <dsp:sp modelId="{AF76AF8F-656A-4108-A4FF-B974F3E707A4}">
      <dsp:nvSpPr>
        <dsp:cNvPr id="0" name=""/>
        <dsp:cNvSpPr/>
      </dsp:nvSpPr>
      <dsp:spPr>
        <a:xfrm>
          <a:off x="2221219" y="2866904"/>
          <a:ext cx="2406177" cy="1203088"/>
        </a:xfrm>
        <a:prstGeom prst="rect">
          <a:avLst/>
        </a:prstGeom>
        <a:noFill/>
        <a:ln w="28575" cap="flat" cmpd="sng" algn="ctr">
          <a:solidFill>
            <a:schemeClr val="tx2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solidFill>
                <a:schemeClr val="tx1"/>
              </a:solidFill>
            </a:rPr>
            <a:t>29 Vrais billets</a:t>
          </a:r>
        </a:p>
      </dsp:txBody>
      <dsp:txXfrm>
        <a:off x="2221219" y="2866904"/>
        <a:ext cx="2406177" cy="1203088"/>
      </dsp:txXfrm>
    </dsp:sp>
    <dsp:sp modelId="{11231DA0-10BF-4AEF-9D87-ECE784CF6450}">
      <dsp:nvSpPr>
        <dsp:cNvPr id="0" name=""/>
        <dsp:cNvSpPr/>
      </dsp:nvSpPr>
      <dsp:spPr>
        <a:xfrm rot="21561415">
          <a:off x="4627378" y="3441072"/>
          <a:ext cx="583366" cy="48204"/>
        </a:xfrm>
        <a:custGeom>
          <a:avLst/>
          <a:gdLst/>
          <a:ahLst/>
          <a:cxnLst/>
          <a:rect l="0" t="0" r="0" b="0"/>
          <a:pathLst>
            <a:path>
              <a:moveTo>
                <a:pt x="0" y="24102"/>
              </a:moveTo>
              <a:lnTo>
                <a:pt x="583366" y="2410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904478" y="3450590"/>
        <a:ext cx="29168" cy="29168"/>
      </dsp:txXfrm>
    </dsp:sp>
    <dsp:sp modelId="{5371C4AB-FA7A-42F2-83F3-A01B43B4A4A6}">
      <dsp:nvSpPr>
        <dsp:cNvPr id="0" name=""/>
        <dsp:cNvSpPr/>
      </dsp:nvSpPr>
      <dsp:spPr>
        <a:xfrm>
          <a:off x="5210727" y="2431389"/>
          <a:ext cx="2406177" cy="2061023"/>
        </a:xfrm>
        <a:prstGeom prst="rect">
          <a:avLst/>
        </a:prstGeom>
        <a:noFill/>
        <a:ln w="19050" cap="flat" cmpd="sng" algn="ctr">
          <a:solidFill>
            <a:schemeClr val="bg1">
              <a:lumMod val="8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solidFill>
                <a:schemeClr val="tx1"/>
              </a:solidFill>
            </a:rPr>
            <a:t>Imputation par la médiane. Injection de la valeur exacte : 4,11 mm</a:t>
          </a:r>
        </a:p>
      </dsp:txBody>
      <dsp:txXfrm>
        <a:off x="5210727" y="2431389"/>
        <a:ext cx="2406177" cy="20610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7418B-2B7D-49B5-A68E-CBD9671C9146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0C020-7EBE-48C1-B928-729EDEEF58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4677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0C020-7EBE-48C1-B928-729EDEEF584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000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FB61E5-8CBA-1F6D-4DBA-C9926F06B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F0CC10-9FBA-439E-0DD6-5B1344E45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DC5360-E908-2D8B-8D82-51B8A9F6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DD852-FD69-437B-A379-1A7201B8170E}" type="datetime1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EB72C7-3E83-0821-A947-B600F8EC4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557B49-9673-CBC6-9D86-464C37AD7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920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E92288-1F35-4C1F-3639-36F63AF6B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FD8B3E-C3FA-F3C0-6D68-DA2055B02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035FD9-33CE-51FF-6C8C-C37A748D8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081F6-D8FE-4E1B-A270-58D38321F506}" type="datetime1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7AA40E-8ECA-C64D-9505-5BC83355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6AB90F-04E3-1512-30E3-F81EFD46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04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A8D316-3FE2-EC4A-9915-97C78BB75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E24A847-4D03-48FC-980E-ABC3B9105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C1821A-72A1-53E5-C389-F01367FD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D176A-D85B-4440-B72E-3F22987FB590}" type="datetime1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998516-5267-1692-7A95-63F4603CF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638326-137D-10F5-1DB0-0B4D21AEA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7904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0E8DBE-7DCF-FD42-5DC9-2BBC185B6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9D5239-84B2-F971-0A50-219B21733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61D54D-5C6D-1699-A843-28F7B92D2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5F8832-D3FB-F761-94A7-FAB1F479E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E01B-54BC-4F7C-B500-0D1ADFB9434F}" type="datetime1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897E1E-10BF-5951-78F5-3831A956B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992F87-5D60-CF18-3AC0-9D4479A7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161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894977-1ABE-518F-8608-48C40DC68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B4F45A-69D2-F5B2-B3DA-622F1490D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468CA2D-9CE1-AD70-5E68-502B37B0F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94D96CF-BEE6-33F5-DEBC-8D0ACA6486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98422EF-4F78-9119-A6C4-D90E234C1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C74C51-4889-BF4A-61BC-307C8F78D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0096-2F9D-4188-9B8F-52E5DFD3EA0D}" type="datetime1">
              <a:rPr lang="fr-FR" smtClean="0"/>
              <a:t>27/09/2026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3B12FE0-3859-FC32-7CAA-1434799F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DB20705-DF47-E339-CE22-57EC4510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3803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16F15F-0CBB-A16A-768F-183F88BC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2FA273-227A-35C4-E731-54F5E87F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F293-883C-4092-A7E7-0C5C8E34DF2B}" type="datetime1">
              <a:rPr lang="fr-FR" smtClean="0"/>
              <a:t>27/09/2026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D02E13A-232F-CA45-3344-A4C8F0C48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1AB768F-2466-DA4C-6E97-416B9C98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460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D9955BD-E3CB-49EF-740F-26E40BA5C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D1A-492A-45FC-A1B5-C0B9C2BA29FE}" type="datetime1">
              <a:rPr lang="fr-FR" smtClean="0"/>
              <a:t>27/09/2026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1BE5AE9-2B84-C4F7-8653-8337CB4B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A5535B-9F92-8B2C-32BB-2479ED0E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42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6D4FF3-6CD3-EC62-96D0-6834A2FA3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D99EF4-39FD-D60B-DA73-DB0D6C883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F7C0B09-E747-5D04-C1A8-E45BD56C7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32210CC-74FF-71E1-B608-4677C477B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CA7BC-DD0F-43A8-B653-89ACD1197D30}" type="datetime1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D4D003-924D-70D6-4ED8-DA83E670D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E114AD-259A-F892-45A6-09EF8F134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7807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57DEEE-1A39-B100-8F51-31C8D8EB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49F3F4F-D33A-5DA0-8941-B60A99FF92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70F2FAE-B7BD-B4F4-2D96-F827CC5EF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27C4BF-F5DF-20A0-B69F-82CAD08EB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0917-84BC-4518-A354-BE3B0AEA535A}" type="datetime1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69F9B3-7733-9CC5-29F2-01A02F203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1FBC3B-376C-2C9C-CE64-9E21E56D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5776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17ECD9-672B-0882-05BC-3956AE4C0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4A74AA-CE10-D1CC-8750-C65741452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C5E386-6A15-1D7F-4ECE-12C3F201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CAD3E-3C8E-41E6-AEF7-FEF7B4979649}" type="datetime1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56E119-C7AD-411B-37E0-025B684E7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04CB39-2A86-3CE3-0828-A6F7CE2F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278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987C5B-A2D7-BAD6-DD1D-42B3FAEF2C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E1962A7-61CD-C35B-0C0B-EE244D30E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D45DDB-80A5-2923-C5FA-86B7464A3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080E4-B908-4358-9BFC-1B935EF3071C}" type="datetime1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3B4E82-DC4B-39DC-D403-6BDD6C5E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C3BF74-39EA-F1ED-286B-2570DBC8A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4941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863D3CE-BFC0-9061-DCB5-95686941B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A3F8D1-401E-679F-72DE-4AA9AB77F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5A1174-C346-C33A-218A-18EC24BB09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0D846-86D0-4AF7-BF0F-6F0D8D59D82B}" type="datetime1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D94A5E-8A83-93E8-005E-84558575B2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Claudie Humbert - Data Analyst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F337EA-714B-A6C2-4663-13E26AD07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952E8-7580-4065-B1C3-C949BEBFBF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41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5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A361097-4EE7-C768-C81C-AE417E2D2B68}"/>
              </a:ext>
            </a:extLst>
          </p:cNvPr>
          <p:cNvSpPr txBox="1"/>
          <p:nvPr/>
        </p:nvSpPr>
        <p:spPr>
          <a:xfrm>
            <a:off x="458723" y="301752"/>
            <a:ext cx="11274552" cy="12003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Détection automatisée de faux billets :</a:t>
            </a:r>
          </a:p>
          <a:p>
            <a:pPr algn="ctr"/>
            <a:r>
              <a:rPr lang="fr-FR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Analyse, Modalisation et Résolution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7F73273-82C1-678C-F456-8D6F5F0EB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03" y="1792224"/>
            <a:ext cx="11678795" cy="452202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3A04D1-E3C2-D432-ED67-59821B33D333}"/>
              </a:ext>
            </a:extLst>
          </p:cNvPr>
          <p:cNvSpPr/>
          <p:nvPr/>
        </p:nvSpPr>
        <p:spPr>
          <a:xfrm>
            <a:off x="9621011" y="5715000"/>
            <a:ext cx="2314386" cy="59925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DD83806-FC10-A6BF-8081-F8D8A1CACC4B}"/>
              </a:ext>
            </a:extLst>
          </p:cNvPr>
          <p:cNvSpPr txBox="1"/>
          <p:nvPr/>
        </p:nvSpPr>
        <p:spPr>
          <a:xfrm>
            <a:off x="9722072" y="5760255"/>
            <a:ext cx="21122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chemeClr val="bg2">
                    <a:lumMod val="50000"/>
                  </a:schemeClr>
                </a:solidFill>
              </a:rPr>
              <a:t>Pour</a:t>
            </a:r>
          </a:p>
          <a:p>
            <a:pPr algn="ctr"/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l’ONCFM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BEE8564-0DEB-A2C3-604C-C7D996B48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1</a:t>
            </a:fld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683A1009-3B22-C5C4-309B-C3E58C76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Claudie Humbert - Data Analyst</a:t>
            </a:r>
          </a:p>
        </p:txBody>
      </p:sp>
    </p:spTree>
    <p:extLst>
      <p:ext uri="{BB962C8B-B14F-4D97-AF65-F5344CB8AC3E}">
        <p14:creationId xmlns:p14="http://schemas.microsoft.com/office/powerpoint/2010/main" val="926723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8B03233-37CE-933A-3245-69FD63BC41AA}"/>
              </a:ext>
            </a:extLst>
          </p:cNvPr>
          <p:cNvSpPr txBox="1"/>
          <p:nvPr/>
        </p:nvSpPr>
        <p:spPr>
          <a:xfrm>
            <a:off x="374904" y="367546"/>
            <a:ext cx="4325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2">
                    <a:lumMod val="25000"/>
                  </a:schemeClr>
                </a:solidFill>
              </a:rPr>
              <a:t>Paramètres de l’étude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0F57F88-3B10-D820-FBB0-7723F5CD8706}"/>
              </a:ext>
            </a:extLst>
          </p:cNvPr>
          <p:cNvSpPr txBox="1"/>
          <p:nvPr/>
        </p:nvSpPr>
        <p:spPr>
          <a:xfrm>
            <a:off x="8357616" y="679566"/>
            <a:ext cx="3358896" cy="1323439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2">
                    <a:lumMod val="50000"/>
                  </a:schemeClr>
                </a:solidFill>
              </a:rPr>
              <a:t>1500</a:t>
            </a:r>
          </a:p>
          <a:p>
            <a:pPr algn="ctr"/>
            <a:r>
              <a:rPr lang="fr-FR" dirty="0"/>
              <a:t>Billets au total mesurés au millimètre près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19E47C-A0EB-C906-5643-31DD1B300D1E}"/>
              </a:ext>
            </a:extLst>
          </p:cNvPr>
          <p:cNvSpPr txBox="1"/>
          <p:nvPr/>
        </p:nvSpPr>
        <p:spPr>
          <a:xfrm>
            <a:off x="8357616" y="2382560"/>
            <a:ext cx="3358896" cy="1046440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1000</a:t>
            </a:r>
          </a:p>
          <a:p>
            <a:pPr algn="ctr"/>
            <a:r>
              <a:rPr lang="fr-FR" dirty="0"/>
              <a:t>Authentiques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3F95C2B-2498-947E-CFB7-71014BF8E393}"/>
              </a:ext>
            </a:extLst>
          </p:cNvPr>
          <p:cNvSpPr txBox="1"/>
          <p:nvPr/>
        </p:nvSpPr>
        <p:spPr>
          <a:xfrm>
            <a:off x="8357616" y="3767876"/>
            <a:ext cx="3358896" cy="1046440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accent2">
                    <a:lumMod val="75000"/>
                  </a:schemeClr>
                </a:solidFill>
              </a:rPr>
              <a:t>500</a:t>
            </a:r>
          </a:p>
          <a:p>
            <a:pPr algn="ctr"/>
            <a:r>
              <a:rPr lang="fr-FR" dirty="0"/>
              <a:t>Contrefaçons</a:t>
            </a:r>
          </a:p>
        </p:txBody>
      </p:sp>
      <p:sp>
        <p:nvSpPr>
          <p:cNvPr id="10" name="Organigramme : Connecteur page suivante 9">
            <a:extLst>
              <a:ext uri="{FF2B5EF4-FFF2-40B4-BE49-F238E27FC236}">
                <a16:creationId xmlns:a16="http://schemas.microsoft.com/office/drawing/2014/main" id="{D2A3A04B-59FA-4F0F-FBBA-0A1EAEFD543A}"/>
              </a:ext>
            </a:extLst>
          </p:cNvPr>
          <p:cNvSpPr/>
          <p:nvPr/>
        </p:nvSpPr>
        <p:spPr>
          <a:xfrm rot="10800000">
            <a:off x="8357616" y="4983480"/>
            <a:ext cx="3294888" cy="1415546"/>
          </a:xfrm>
          <a:prstGeom prst="flowChartOffpageConnector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5F1C72C-4B0A-BCEC-97D4-101F2BAFB6FD}"/>
              </a:ext>
            </a:extLst>
          </p:cNvPr>
          <p:cNvSpPr txBox="1"/>
          <p:nvPr/>
        </p:nvSpPr>
        <p:spPr>
          <a:xfrm>
            <a:off x="8491728" y="5279132"/>
            <a:ext cx="30906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La base de données fournit 6 dimensions géométriques précises pour entrainer le système de détection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145B068-B52C-7E11-312D-23B8E195E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1119703"/>
            <a:ext cx="7630590" cy="5249008"/>
          </a:xfrm>
          <a:prstGeom prst="rect">
            <a:avLst/>
          </a:prstGeom>
        </p:spPr>
      </p:pic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EA183737-F0AA-45F5-0C38-BBC1AF570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2</a:t>
            </a:fld>
            <a:endParaRPr lang="fr-FR"/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DF452C9D-5AB0-1019-E0CD-1D37C4A1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241C51-1C51-81EF-EBCF-AD45E0C7C4B6}"/>
              </a:ext>
            </a:extLst>
          </p:cNvPr>
          <p:cNvSpPr/>
          <p:nvPr/>
        </p:nvSpPr>
        <p:spPr>
          <a:xfrm>
            <a:off x="1152144" y="5279132"/>
            <a:ext cx="804672" cy="216412"/>
          </a:xfrm>
          <a:prstGeom prst="rect">
            <a:avLst/>
          </a:prstGeom>
          <a:solidFill>
            <a:srgbClr val="F8F8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DF7982-595F-B89D-04A1-146A73BAA33E}"/>
              </a:ext>
            </a:extLst>
          </p:cNvPr>
          <p:cNvSpPr/>
          <p:nvPr/>
        </p:nvSpPr>
        <p:spPr>
          <a:xfrm>
            <a:off x="2081061" y="4700016"/>
            <a:ext cx="228600" cy="182880"/>
          </a:xfrm>
          <a:prstGeom prst="rect">
            <a:avLst/>
          </a:prstGeom>
          <a:solidFill>
            <a:srgbClr val="F8F8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5E9FB2B9-DFD8-8F4C-EB90-47BB53F38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7981" y="4882896"/>
            <a:ext cx="228632" cy="241982"/>
          </a:xfrm>
          <a:prstGeom prst="rect">
            <a:avLst/>
          </a:prstGeom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345C8D89-B4F1-57AB-3AAE-847D6D2D66DC}"/>
              </a:ext>
            </a:extLst>
          </p:cNvPr>
          <p:cNvCxnSpPr>
            <a:cxnSpLocks/>
          </p:cNvCxnSpPr>
          <p:nvPr/>
        </p:nvCxnSpPr>
        <p:spPr>
          <a:xfrm>
            <a:off x="1956816" y="5124878"/>
            <a:ext cx="1353312" cy="0"/>
          </a:xfrm>
          <a:prstGeom prst="line">
            <a:avLst/>
          </a:prstGeom>
          <a:ln>
            <a:solidFill>
              <a:srgbClr val="6E71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63F1F45B-B07A-E535-1C44-C5C2C79E9067}"/>
              </a:ext>
            </a:extLst>
          </p:cNvPr>
          <p:cNvCxnSpPr>
            <a:cxnSpLocks/>
          </p:cNvCxnSpPr>
          <p:nvPr/>
        </p:nvCxnSpPr>
        <p:spPr>
          <a:xfrm>
            <a:off x="1956816" y="4882896"/>
            <a:ext cx="438912" cy="0"/>
          </a:xfrm>
          <a:prstGeom prst="line">
            <a:avLst/>
          </a:prstGeom>
          <a:ln w="28575">
            <a:solidFill>
              <a:srgbClr val="6E71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947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77A767F7-D9C9-E74A-A0DF-FD0ACCEB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EE9B7C0-5478-7449-2100-7EB545885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3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FA2AF51-166A-DFF8-6F1B-1C8E32D4439A}"/>
              </a:ext>
            </a:extLst>
          </p:cNvPr>
          <p:cNvSpPr txBox="1"/>
          <p:nvPr/>
        </p:nvSpPr>
        <p:spPr>
          <a:xfrm>
            <a:off x="374904" y="367546"/>
            <a:ext cx="4325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2">
                    <a:lumMod val="25000"/>
                  </a:schemeClr>
                </a:solidFill>
              </a:rPr>
              <a:t>Le cas </a:t>
            </a:r>
            <a:r>
              <a:rPr lang="fr-FR" sz="3200" dirty="0" err="1">
                <a:solidFill>
                  <a:schemeClr val="bg2">
                    <a:lumMod val="25000"/>
                  </a:schemeClr>
                </a:solidFill>
              </a:rPr>
              <a:t>margin_low</a:t>
            </a:r>
            <a:endParaRPr lang="fr-FR" sz="3200" dirty="0">
              <a:solidFill>
                <a:schemeClr val="bg2">
                  <a:lumMod val="25000"/>
                </a:schemeClr>
              </a:solidFill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EF1AF0D-AB75-4423-428E-2475F48CF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77113"/>
              </p:ext>
            </p:extLst>
          </p:nvPr>
        </p:nvGraphicFramePr>
        <p:xfrm>
          <a:off x="822960" y="1315408"/>
          <a:ext cx="3877056" cy="3421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8779">
                  <a:extLst>
                    <a:ext uri="{9D8B030D-6E8A-4147-A177-3AD203B41FA5}">
                      <a16:colId xmlns:a16="http://schemas.microsoft.com/office/drawing/2014/main" val="2174361738"/>
                    </a:ext>
                  </a:extLst>
                </a:gridCol>
                <a:gridCol w="2338277">
                  <a:extLst>
                    <a:ext uri="{9D8B030D-6E8A-4147-A177-3AD203B41FA5}">
                      <a16:colId xmlns:a16="http://schemas.microsoft.com/office/drawing/2014/main" val="1950149350"/>
                    </a:ext>
                  </a:extLst>
                </a:gridCol>
              </a:tblGrid>
              <a:tr h="455818">
                <a:tc gridSpan="2"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Jeu de données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489252"/>
                  </a:ext>
                </a:extLst>
              </a:tr>
              <a:tr h="370505">
                <a:tc>
                  <a:txBody>
                    <a:bodyPr/>
                    <a:lstStyle/>
                    <a:p>
                      <a:r>
                        <a:rPr lang="fr-FR" dirty="0"/>
                        <a:t>Variables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Valeurs manquantes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994226"/>
                  </a:ext>
                </a:extLst>
              </a:tr>
              <a:tr h="370505">
                <a:tc>
                  <a:txBody>
                    <a:bodyPr/>
                    <a:lstStyle/>
                    <a:p>
                      <a:r>
                        <a:rPr lang="fr-FR" dirty="0" err="1"/>
                        <a:t>is_genuine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38532"/>
                  </a:ext>
                </a:extLst>
              </a:tr>
              <a:tr h="370505">
                <a:tc>
                  <a:txBody>
                    <a:bodyPr/>
                    <a:lstStyle/>
                    <a:p>
                      <a:r>
                        <a:rPr lang="fr-FR" dirty="0"/>
                        <a:t>diagonal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435306"/>
                  </a:ext>
                </a:extLst>
              </a:tr>
              <a:tr h="370505">
                <a:tc>
                  <a:txBody>
                    <a:bodyPr/>
                    <a:lstStyle/>
                    <a:p>
                      <a:r>
                        <a:rPr lang="fr-FR" dirty="0" err="1"/>
                        <a:t>height_left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370222"/>
                  </a:ext>
                </a:extLst>
              </a:tr>
              <a:tr h="370505">
                <a:tc>
                  <a:txBody>
                    <a:bodyPr/>
                    <a:lstStyle/>
                    <a:p>
                      <a:r>
                        <a:rPr lang="fr-FR" dirty="0" err="1"/>
                        <a:t>height_right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80057"/>
                  </a:ext>
                </a:extLst>
              </a:tr>
              <a:tr h="370505">
                <a:tc>
                  <a:txBody>
                    <a:bodyPr/>
                    <a:lstStyle/>
                    <a:p>
                      <a:r>
                        <a:rPr lang="fr-FR" dirty="0" err="1"/>
                        <a:t>margin_up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017211"/>
                  </a:ext>
                </a:extLst>
              </a:tr>
              <a:tr h="370505">
                <a:tc>
                  <a:txBody>
                    <a:bodyPr/>
                    <a:lstStyle/>
                    <a:p>
                      <a:r>
                        <a:rPr lang="fr-FR" dirty="0" err="1"/>
                        <a:t>margin_low</a:t>
                      </a:r>
                      <a:endParaRPr lang="fr-FR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37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469944"/>
                  </a:ext>
                </a:extLst>
              </a:tr>
              <a:tr h="370505">
                <a:tc>
                  <a:txBody>
                    <a:bodyPr/>
                    <a:lstStyle/>
                    <a:p>
                      <a:r>
                        <a:rPr lang="fr-FR" dirty="0" err="1"/>
                        <a:t>length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018574"/>
                  </a:ext>
                </a:extLst>
              </a:tr>
            </a:tbl>
          </a:graphicData>
        </a:graphic>
      </p:graphicFrame>
      <p:pic>
        <p:nvPicPr>
          <p:cNvPr id="6" name="Graphique 5" descr="Avertissement contour">
            <a:extLst>
              <a:ext uri="{FF2B5EF4-FFF2-40B4-BE49-F238E27FC236}">
                <a16:creationId xmlns:a16="http://schemas.microsoft.com/office/drawing/2014/main" id="{99F36204-E8C7-5DB9-1CAB-EAABEF0A4A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1303" y="3996562"/>
            <a:ext cx="365125" cy="3651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9C10119-5E74-ACAF-F3F1-732CBB57E319}"/>
              </a:ext>
            </a:extLst>
          </p:cNvPr>
          <p:cNvSpPr/>
          <p:nvPr/>
        </p:nvSpPr>
        <p:spPr>
          <a:xfrm>
            <a:off x="822960" y="3996562"/>
            <a:ext cx="3877056" cy="36512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0" name="Diagramme 19">
            <a:extLst>
              <a:ext uri="{FF2B5EF4-FFF2-40B4-BE49-F238E27FC236}">
                <a16:creationId xmlns:a16="http://schemas.microsoft.com/office/drawing/2014/main" id="{657AD990-752F-9A50-FFC1-72D31EC97E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5005134"/>
              </p:ext>
            </p:extLst>
          </p:nvPr>
        </p:nvGraphicFramePr>
        <p:xfrm>
          <a:off x="5394960" y="1088136"/>
          <a:ext cx="5303520" cy="3421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0AFB0CF6-DF78-8D61-67BD-DE703CD905E7}"/>
              </a:ext>
            </a:extLst>
          </p:cNvPr>
          <p:cNvSpPr/>
          <p:nvPr/>
        </p:nvSpPr>
        <p:spPr>
          <a:xfrm>
            <a:off x="5394960" y="1197864"/>
            <a:ext cx="5303520" cy="3538784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CCAA1D2-9AEC-F428-BC6C-9F9093AFBB38}"/>
              </a:ext>
            </a:extLst>
          </p:cNvPr>
          <p:cNvSpPr txBox="1"/>
          <p:nvPr/>
        </p:nvSpPr>
        <p:spPr>
          <a:xfrm>
            <a:off x="822960" y="5193792"/>
            <a:ext cx="9875520" cy="646331"/>
          </a:xfrm>
          <a:prstGeom prst="rect">
            <a:avLst/>
          </a:prstGeom>
          <a:solidFill>
            <a:schemeClr val="bg2"/>
          </a:solidFill>
          <a:ln w="28575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Une anomalie isolée mais critique nécessite une stratégie de traitement asymétrique pour ne pas biaiser l’apprentissage</a:t>
            </a:r>
          </a:p>
        </p:txBody>
      </p:sp>
    </p:spTree>
    <p:extLst>
      <p:ext uri="{BB962C8B-B14F-4D97-AF65-F5344CB8AC3E}">
        <p14:creationId xmlns:p14="http://schemas.microsoft.com/office/powerpoint/2010/main" val="2192237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F067E68-EE23-4A39-0AC9-E6007C9F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2B4BFE-A794-68A8-4C0B-3B3C8F0F4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4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59121E9-4305-6609-2239-C030F3923824}"/>
              </a:ext>
            </a:extLst>
          </p:cNvPr>
          <p:cNvSpPr txBox="1"/>
          <p:nvPr/>
        </p:nvSpPr>
        <p:spPr>
          <a:xfrm>
            <a:off x="374904" y="367546"/>
            <a:ext cx="4325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2">
                    <a:lumMod val="25000"/>
                  </a:schemeClr>
                </a:solidFill>
              </a:rPr>
              <a:t>Stratégie de nettoyage</a:t>
            </a: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02B07ECA-41A4-276F-2D3A-4F6011CD33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4236879"/>
              </p:ext>
            </p:extLst>
          </p:nvPr>
        </p:nvGraphicFramePr>
        <p:xfrm>
          <a:off x="470408" y="1496906"/>
          <a:ext cx="8459216" cy="4492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Graphique 9" descr="Ordures contour">
            <a:extLst>
              <a:ext uri="{FF2B5EF4-FFF2-40B4-BE49-F238E27FC236}">
                <a16:creationId xmlns:a16="http://schemas.microsoft.com/office/drawing/2014/main" id="{B29AD0E4-BA48-1386-97C6-F61F3A15F5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4624" y="1551578"/>
            <a:ext cx="657225" cy="6572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Graphique 11" descr="Engrenage contour">
            <a:extLst>
              <a:ext uri="{FF2B5EF4-FFF2-40B4-BE49-F238E27FC236}">
                <a16:creationId xmlns:a16="http://schemas.microsoft.com/office/drawing/2014/main" id="{FFAC0BAC-77EA-D6F9-B991-ECEB144FB3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6523" y="4048125"/>
            <a:ext cx="733425" cy="7334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69C458A-FFA0-4926-BEDC-394926FD8B77}"/>
              </a:ext>
            </a:extLst>
          </p:cNvPr>
          <p:cNvSpPr/>
          <p:nvPr/>
        </p:nvSpPr>
        <p:spPr>
          <a:xfrm>
            <a:off x="9089136" y="2852928"/>
            <a:ext cx="2121408" cy="1719072"/>
          </a:xfrm>
          <a:prstGeom prst="rect">
            <a:avLst/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D35B53B-F832-4837-1F06-6F956BB738D7}"/>
              </a:ext>
            </a:extLst>
          </p:cNvPr>
          <p:cNvSpPr txBox="1"/>
          <p:nvPr/>
        </p:nvSpPr>
        <p:spPr>
          <a:xfrm>
            <a:off x="9089136" y="3112299"/>
            <a:ext cx="2121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Dataset</a:t>
            </a:r>
            <a:r>
              <a:rPr lang="fr-FR" dirty="0"/>
              <a:t> finalisé : 1492 billets prêts pour la modélisation</a:t>
            </a:r>
          </a:p>
        </p:txBody>
      </p:sp>
      <p:sp>
        <p:nvSpPr>
          <p:cNvPr id="15" name="Accolade fermante 14">
            <a:extLst>
              <a:ext uri="{FF2B5EF4-FFF2-40B4-BE49-F238E27FC236}">
                <a16:creationId xmlns:a16="http://schemas.microsoft.com/office/drawing/2014/main" id="{0E806B10-01D1-1BB2-7D6D-3219C6112217}"/>
              </a:ext>
            </a:extLst>
          </p:cNvPr>
          <p:cNvSpPr/>
          <p:nvPr/>
        </p:nvSpPr>
        <p:spPr>
          <a:xfrm>
            <a:off x="8176181" y="2322010"/>
            <a:ext cx="855980" cy="2780906"/>
          </a:xfrm>
          <a:prstGeom prst="rightBrace">
            <a:avLst>
              <a:gd name="adj1" fmla="val 38068"/>
              <a:gd name="adj2" fmla="val 52034"/>
            </a:avLst>
          </a:prstGeom>
          <a:ln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95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821D42F-BC0B-6A3C-822D-66BBA73A4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CFB968D-A788-585B-9AE6-A54FDC22D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5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1EA0548-727D-DA3D-A235-1D4448651F30}"/>
              </a:ext>
            </a:extLst>
          </p:cNvPr>
          <p:cNvSpPr txBox="1"/>
          <p:nvPr/>
        </p:nvSpPr>
        <p:spPr>
          <a:xfrm>
            <a:off x="374904" y="367546"/>
            <a:ext cx="4325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2">
                    <a:lumMod val="25000"/>
                  </a:schemeClr>
                </a:solidFill>
              </a:rPr>
              <a:t>Stratégie de nettoyage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612C8B4-B8B4-08FC-FE80-5E6CB7D729BE}"/>
              </a:ext>
            </a:extLst>
          </p:cNvPr>
          <p:cNvSpPr txBox="1"/>
          <p:nvPr/>
        </p:nvSpPr>
        <p:spPr>
          <a:xfrm>
            <a:off x="2108387" y="1370865"/>
            <a:ext cx="1766030" cy="461665"/>
          </a:xfrm>
          <a:prstGeom prst="rect">
            <a:avLst/>
          </a:prstGeom>
          <a:noFill/>
          <a:ln w="1905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2">
                    <a:lumMod val="25000"/>
                  </a:schemeClr>
                </a:solidFill>
              </a:rPr>
              <a:t>Distribution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C4E71B8-BE57-3E64-3F8F-239760DC0E26}"/>
              </a:ext>
            </a:extLst>
          </p:cNvPr>
          <p:cNvSpPr txBox="1"/>
          <p:nvPr/>
        </p:nvSpPr>
        <p:spPr>
          <a:xfrm>
            <a:off x="7698962" y="1365315"/>
            <a:ext cx="2019505" cy="461665"/>
          </a:xfrm>
          <a:prstGeom prst="rect">
            <a:avLst/>
          </a:prstGeom>
          <a:noFill/>
          <a:ln w="1905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2">
                    <a:lumMod val="25000"/>
                  </a:schemeClr>
                </a:solidFill>
              </a:rPr>
              <a:t>Corrélation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7CD00ED-78CA-24ED-7EFC-2AD969B7C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1476"/>
            <a:ext cx="2488676" cy="248131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50043D7-9E67-F182-4CF9-6C47BA7D4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303" y="2348757"/>
            <a:ext cx="2430227" cy="248131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BEEC829-75F7-9081-94D7-BF92AD8C7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347" y="2320375"/>
            <a:ext cx="3259061" cy="248241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30DB80F-C17F-B73C-EE61-F00B7A665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457" y="2276849"/>
            <a:ext cx="3257574" cy="2482414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2D2F9EC4-E622-6C03-57FD-7D7DD7576D9A}"/>
              </a:ext>
            </a:extLst>
          </p:cNvPr>
          <p:cNvSpPr txBox="1"/>
          <p:nvPr/>
        </p:nvSpPr>
        <p:spPr>
          <a:xfrm>
            <a:off x="822960" y="5193792"/>
            <a:ext cx="9875520" cy="646331"/>
          </a:xfrm>
          <a:prstGeom prst="rect">
            <a:avLst/>
          </a:prstGeom>
          <a:solidFill>
            <a:schemeClr val="bg2"/>
          </a:solidFill>
          <a:ln w="28575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L’injection de la médiane n’altère ni la distribution naturelle ni les relations géométriques sous-jacentes du billet</a:t>
            </a:r>
          </a:p>
        </p:txBody>
      </p:sp>
    </p:spTree>
    <p:extLst>
      <p:ext uri="{BB962C8B-B14F-4D97-AF65-F5344CB8AC3E}">
        <p14:creationId xmlns:p14="http://schemas.microsoft.com/office/powerpoint/2010/main" val="1890336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6611D43-ADF0-6048-6017-4449BF394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D2019AC-2885-6AEA-8ECF-D2CBCE1FC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6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B945288-19FA-5089-1B80-85E40003A322}"/>
              </a:ext>
            </a:extLst>
          </p:cNvPr>
          <p:cNvSpPr txBox="1"/>
          <p:nvPr/>
        </p:nvSpPr>
        <p:spPr>
          <a:xfrm>
            <a:off x="374904" y="367546"/>
            <a:ext cx="6830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2">
                    <a:lumMod val="25000"/>
                  </a:schemeClr>
                </a:solidFill>
              </a:rPr>
              <a:t>Visualisation de la base de données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A60AA7F-E8E3-D81C-81B6-E8888248A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273234"/>
            <a:ext cx="6190488" cy="460956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ECEACD8-F7B9-9884-A4B6-3BE9DE2B09C2}"/>
              </a:ext>
            </a:extLst>
          </p:cNvPr>
          <p:cNvSpPr txBox="1"/>
          <p:nvPr/>
        </p:nvSpPr>
        <p:spPr>
          <a:xfrm>
            <a:off x="7205472" y="1773936"/>
            <a:ext cx="4544568" cy="1477328"/>
          </a:xfrm>
          <a:prstGeom prst="rect">
            <a:avLst/>
          </a:prstGeom>
          <a:solidFill>
            <a:schemeClr val="bg2"/>
          </a:solidFill>
          <a:ln w="28575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La matrice de corrélation de notre base de données après nettoyage montre des schémas de corrélation qui reflètent maintenant les caractéristiques combinées des vrais et faux billets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A6450DE-0B15-2725-6ED9-13AEDF780208}"/>
              </a:ext>
            </a:extLst>
          </p:cNvPr>
          <p:cNvSpPr txBox="1"/>
          <p:nvPr/>
        </p:nvSpPr>
        <p:spPr>
          <a:xfrm>
            <a:off x="7205472" y="3724820"/>
            <a:ext cx="4544568" cy="14773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dimensions du billet sont étroitement liées : la forte corrélation négative entre la longueur et les marges suggère que les anomalies de format constituent un indicateur majeur de contrefaçon</a:t>
            </a:r>
          </a:p>
        </p:txBody>
      </p:sp>
    </p:spTree>
    <p:extLst>
      <p:ext uri="{BB962C8B-B14F-4D97-AF65-F5344CB8AC3E}">
        <p14:creationId xmlns:p14="http://schemas.microsoft.com/office/powerpoint/2010/main" val="115929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495E412-2926-E820-09E7-96A8F8125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1B098DD-5EC7-2FFC-09EF-F8509FAA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7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21BE5A7-F266-5341-C047-B8ED27508A59}"/>
              </a:ext>
            </a:extLst>
          </p:cNvPr>
          <p:cNvSpPr txBox="1"/>
          <p:nvPr/>
        </p:nvSpPr>
        <p:spPr>
          <a:xfrm>
            <a:off x="374904" y="367546"/>
            <a:ext cx="6830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2">
                    <a:lumMod val="25000"/>
                  </a:schemeClr>
                </a:solidFill>
              </a:rPr>
              <a:t>Recommandations EMV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C12F53B-0D55-1D8D-5C2B-CC5D73258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88" y="1371386"/>
            <a:ext cx="4991887" cy="1762339"/>
          </a:xfrm>
          <a:prstGeom prst="rect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47ECCA1-8F7F-3EA3-FACB-014FD2395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912" y="1371386"/>
            <a:ext cx="4991888" cy="1770771"/>
          </a:xfrm>
          <a:prstGeom prst="rect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5DF9F2B-5059-F0C4-E62D-5D854CCAE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88" y="3293776"/>
            <a:ext cx="4991888" cy="1762339"/>
          </a:xfrm>
          <a:prstGeom prst="rect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5CFD02B-222F-1223-E338-2149891019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912" y="3313184"/>
            <a:ext cx="4991888" cy="1742931"/>
          </a:xfrm>
          <a:prstGeom prst="rect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1DA3D636-15DA-3C19-CE4F-DC3B5A87B84E}"/>
              </a:ext>
            </a:extLst>
          </p:cNvPr>
          <p:cNvSpPr txBox="1"/>
          <p:nvPr/>
        </p:nvSpPr>
        <p:spPr>
          <a:xfrm>
            <a:off x="896112" y="5383067"/>
            <a:ext cx="987552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Pré-requis</a:t>
            </a:r>
            <a:r>
              <a:rPr lang="fr-FR" dirty="0"/>
              <a:t> géométrique : Standardisation Z-score appliquée à tous les modèles sensibles à l’échelle (K-Means, </a:t>
            </a:r>
            <a:r>
              <a:rPr lang="fr-FR" dirty="0" err="1"/>
              <a:t>LogReg</a:t>
            </a:r>
            <a:r>
              <a:rPr lang="fr-FR" dirty="0"/>
              <a:t>, KNN) pour uniformiser les millimètres</a:t>
            </a:r>
          </a:p>
        </p:txBody>
      </p:sp>
    </p:spTree>
    <p:extLst>
      <p:ext uri="{BB962C8B-B14F-4D97-AF65-F5344CB8AC3E}">
        <p14:creationId xmlns:p14="http://schemas.microsoft.com/office/powerpoint/2010/main" val="2057346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04D1B2C-D79E-AC11-AD27-B702BBC67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0D957FC-EAF9-BFA6-C2DD-DA0A521E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8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69424B8-C69B-75D8-AA00-45671C0A1057}"/>
              </a:ext>
            </a:extLst>
          </p:cNvPr>
          <p:cNvSpPr txBox="1"/>
          <p:nvPr/>
        </p:nvSpPr>
        <p:spPr>
          <a:xfrm>
            <a:off x="374904" y="367546"/>
            <a:ext cx="6830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2">
                    <a:lumMod val="25000"/>
                  </a:schemeClr>
                </a:solidFill>
              </a:rPr>
              <a:t>1 : K-Means (regroupement naturel)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98DFD5F-0EC5-0547-8B14-F52922560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14" y="1816367"/>
            <a:ext cx="5899830" cy="324363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1CE9581-C9CB-0E33-3D9C-C2BB0D259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048" y="1592580"/>
            <a:ext cx="4687896" cy="3691203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FA8FE210-6360-BBDB-E921-747BFABA63B8}"/>
              </a:ext>
            </a:extLst>
          </p:cNvPr>
          <p:cNvSpPr/>
          <p:nvPr/>
        </p:nvSpPr>
        <p:spPr>
          <a:xfrm>
            <a:off x="634365" y="1816367"/>
            <a:ext cx="1404747" cy="1323975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76043E-4B56-92CE-6C4D-EE190ED33401}"/>
              </a:ext>
            </a:extLst>
          </p:cNvPr>
          <p:cNvSpPr/>
          <p:nvPr/>
        </p:nvSpPr>
        <p:spPr>
          <a:xfrm>
            <a:off x="137160" y="1592580"/>
            <a:ext cx="6217920" cy="3771354"/>
          </a:xfrm>
          <a:prstGeom prst="rect">
            <a:avLst/>
          </a:prstGeom>
          <a:noFill/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836551-FF76-6823-C6AB-318A65924A4F}"/>
              </a:ext>
            </a:extLst>
          </p:cNvPr>
          <p:cNvSpPr/>
          <p:nvPr/>
        </p:nvSpPr>
        <p:spPr>
          <a:xfrm>
            <a:off x="6675048" y="1592580"/>
            <a:ext cx="5157288" cy="3771354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92D7AD-05B2-B86D-806C-39ED075DE0B2}"/>
              </a:ext>
            </a:extLst>
          </p:cNvPr>
          <p:cNvSpPr/>
          <p:nvPr/>
        </p:nvSpPr>
        <p:spPr>
          <a:xfrm>
            <a:off x="9738360" y="4211790"/>
            <a:ext cx="2194488" cy="66751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Précision globale : 98%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Détection des faux : 97%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155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49ED59D-2530-ABE2-04BE-B762E43B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AE4D60A-9172-0746-50C5-BCDD4515E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9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C5DF72A-C067-1D12-8A44-7654EC501414}"/>
              </a:ext>
            </a:extLst>
          </p:cNvPr>
          <p:cNvSpPr txBox="1"/>
          <p:nvPr/>
        </p:nvSpPr>
        <p:spPr>
          <a:xfrm>
            <a:off x="374904" y="367546"/>
            <a:ext cx="8235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2">
                    <a:lumMod val="25000"/>
                  </a:schemeClr>
                </a:solidFill>
              </a:rPr>
              <a:t>2 : Régression Logistique (approche linéaire)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58BABB5-56A7-4D43-8068-CC0CD1C49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574080"/>
            <a:ext cx="5991878" cy="3709839"/>
          </a:xfrm>
          <a:prstGeom prst="rect">
            <a:avLst/>
          </a:prstGeom>
          <a:ln>
            <a:noFill/>
          </a:ln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BA85A27-19BF-E4C4-D710-49F93F7F2988}"/>
              </a:ext>
            </a:extLst>
          </p:cNvPr>
          <p:cNvSpPr txBox="1"/>
          <p:nvPr/>
        </p:nvSpPr>
        <p:spPr>
          <a:xfrm>
            <a:off x="7141464" y="2024752"/>
            <a:ext cx="4544568" cy="14773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 modèle crée une équation mathématique transparente. Un billet long augmente la probabilité de validation. Des marges anormalement larges font chuter cette probabilité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A9B30F-7550-87E2-7523-369B9DDAD65F}"/>
              </a:ext>
            </a:extLst>
          </p:cNvPr>
          <p:cNvSpPr/>
          <p:nvPr/>
        </p:nvSpPr>
        <p:spPr>
          <a:xfrm>
            <a:off x="8153400" y="3992334"/>
            <a:ext cx="2194488" cy="66751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Précision globale : 99%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17C70-7209-176B-5757-39F10640F377}"/>
              </a:ext>
            </a:extLst>
          </p:cNvPr>
          <p:cNvSpPr/>
          <p:nvPr/>
        </p:nvSpPr>
        <p:spPr>
          <a:xfrm>
            <a:off x="283464" y="1499616"/>
            <a:ext cx="6291072" cy="3995928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607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37002F0-5531-9D0F-B173-BE03C35E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C94FE27-AD78-E413-D13A-CE36B2D9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10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E70AAB0-2C82-FC1E-B0AB-DF331C21F915}"/>
              </a:ext>
            </a:extLst>
          </p:cNvPr>
          <p:cNvSpPr txBox="1"/>
          <p:nvPr/>
        </p:nvSpPr>
        <p:spPr>
          <a:xfrm>
            <a:off x="374904" y="367546"/>
            <a:ext cx="8235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2">
                    <a:lumMod val="25000"/>
                  </a:schemeClr>
                </a:solidFill>
              </a:rPr>
              <a:t>3 : K-</a:t>
            </a:r>
            <a:r>
              <a:rPr lang="fr-FR" sz="3200" dirty="0" err="1">
                <a:solidFill>
                  <a:schemeClr val="bg2">
                    <a:lumMod val="25000"/>
                  </a:schemeClr>
                </a:solidFill>
              </a:rPr>
              <a:t>Nearest</a:t>
            </a:r>
            <a:r>
              <a:rPr lang="fr-FR" sz="3200" dirty="0">
                <a:solidFill>
                  <a:schemeClr val="bg2">
                    <a:lumMod val="25000"/>
                  </a:schemeClr>
                </a:solidFill>
              </a:rPr>
              <a:t> Neighbors (La proximité)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272B01C-5A04-690B-52DE-BD781CF8F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767900"/>
            <a:ext cx="6479562" cy="38294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E1EE9F5-F8B6-D863-F8A2-2A677D7E5D11}"/>
              </a:ext>
            </a:extLst>
          </p:cNvPr>
          <p:cNvSpPr/>
          <p:nvPr/>
        </p:nvSpPr>
        <p:spPr>
          <a:xfrm>
            <a:off x="310896" y="1691640"/>
            <a:ext cx="6784848" cy="4041648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EDE797B-1B88-47EA-377F-61568BD22782}"/>
              </a:ext>
            </a:extLst>
          </p:cNvPr>
          <p:cNvSpPr txBox="1"/>
          <p:nvPr/>
        </p:nvSpPr>
        <p:spPr>
          <a:xfrm>
            <a:off x="7336536" y="2092178"/>
            <a:ext cx="4544568" cy="14773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L’algorithme juge l’authenticité d’un billet en cartographiant ses plus proches voisins géométriques. L’équilibre mathématique parfait est atteint en consultant exactement 10 voisins de références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A4BC7E-2A61-3252-3B3C-CE5C616A637C}"/>
              </a:ext>
            </a:extLst>
          </p:cNvPr>
          <p:cNvSpPr/>
          <p:nvPr/>
        </p:nvSpPr>
        <p:spPr>
          <a:xfrm>
            <a:off x="8348472" y="4059760"/>
            <a:ext cx="2194488" cy="66751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Précision globale : 99%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AUC : 0,988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764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A9F6832-F73F-B5C5-C7B2-829635C69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582134-7F6D-7122-DE98-85A5B981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11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48510AB-248C-5ACC-E23B-DC51D46E987D}"/>
              </a:ext>
            </a:extLst>
          </p:cNvPr>
          <p:cNvSpPr txBox="1"/>
          <p:nvPr/>
        </p:nvSpPr>
        <p:spPr>
          <a:xfrm>
            <a:off x="374904" y="367546"/>
            <a:ext cx="8235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2">
                    <a:lumMod val="25000"/>
                  </a:schemeClr>
                </a:solidFill>
              </a:rPr>
              <a:t>4 : Random Forest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5FB6990-365B-7CFE-C063-EDA7D3D8E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41" y="1879645"/>
            <a:ext cx="5112935" cy="3738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1E15A72-1730-ED7E-0B9B-59DF3A9D2EFC}"/>
              </a:ext>
            </a:extLst>
          </p:cNvPr>
          <p:cNvSpPr/>
          <p:nvPr/>
        </p:nvSpPr>
        <p:spPr>
          <a:xfrm>
            <a:off x="310896" y="1726812"/>
            <a:ext cx="6309360" cy="4006476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AC454C8-8D09-1847-A941-1C1D83B23134}"/>
              </a:ext>
            </a:extLst>
          </p:cNvPr>
          <p:cNvSpPr txBox="1"/>
          <p:nvPr/>
        </p:nvSpPr>
        <p:spPr>
          <a:xfrm>
            <a:off x="7336536" y="2092178"/>
            <a:ext cx="4544568" cy="14773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En générant des centaines d’arbres de décisions, le modèle confirme la supériorité de deux dimensions physiques pour déceler une contrefaçon, sans nécessiter de standardisation préalable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E7F9BF-BFC5-376C-C844-EF0D454DBCA3}"/>
              </a:ext>
            </a:extLst>
          </p:cNvPr>
          <p:cNvSpPr/>
          <p:nvPr/>
        </p:nvSpPr>
        <p:spPr>
          <a:xfrm>
            <a:off x="8348472" y="4059760"/>
            <a:ext cx="2194488" cy="66751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Précision globale : 99%</a:t>
            </a:r>
          </a:p>
        </p:txBody>
      </p:sp>
    </p:spTree>
    <p:extLst>
      <p:ext uri="{BB962C8B-B14F-4D97-AF65-F5344CB8AC3E}">
        <p14:creationId xmlns:p14="http://schemas.microsoft.com/office/powerpoint/2010/main" val="2453238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306B6CD4-78F2-74AA-69D2-C7302AA3D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038A386-1F29-825D-CCB4-DD0DFA682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12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53CEBB5-E4E0-0AE0-859F-0A976D21B5A4}"/>
              </a:ext>
            </a:extLst>
          </p:cNvPr>
          <p:cNvSpPr txBox="1"/>
          <p:nvPr/>
        </p:nvSpPr>
        <p:spPr>
          <a:xfrm>
            <a:off x="374904" y="367546"/>
            <a:ext cx="8235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2">
                    <a:lumMod val="25000"/>
                  </a:schemeClr>
                </a:solidFill>
              </a:rPr>
              <a:t>Bilan des algorithmes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2E188747-C0B7-459D-1310-5EE3D6AB6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225026"/>
              </p:ext>
            </p:extLst>
          </p:nvPr>
        </p:nvGraphicFramePr>
        <p:xfrm>
          <a:off x="877824" y="1432898"/>
          <a:ext cx="10543030" cy="2956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8606">
                  <a:extLst>
                    <a:ext uri="{9D8B030D-6E8A-4147-A177-3AD203B41FA5}">
                      <a16:colId xmlns:a16="http://schemas.microsoft.com/office/drawing/2014/main" val="3346669918"/>
                    </a:ext>
                  </a:extLst>
                </a:gridCol>
                <a:gridCol w="2108606">
                  <a:extLst>
                    <a:ext uri="{9D8B030D-6E8A-4147-A177-3AD203B41FA5}">
                      <a16:colId xmlns:a16="http://schemas.microsoft.com/office/drawing/2014/main" val="1136180174"/>
                    </a:ext>
                  </a:extLst>
                </a:gridCol>
                <a:gridCol w="2108606">
                  <a:extLst>
                    <a:ext uri="{9D8B030D-6E8A-4147-A177-3AD203B41FA5}">
                      <a16:colId xmlns:a16="http://schemas.microsoft.com/office/drawing/2014/main" val="239450763"/>
                    </a:ext>
                  </a:extLst>
                </a:gridCol>
                <a:gridCol w="2108606">
                  <a:extLst>
                    <a:ext uri="{9D8B030D-6E8A-4147-A177-3AD203B41FA5}">
                      <a16:colId xmlns:a16="http://schemas.microsoft.com/office/drawing/2014/main" val="3839440725"/>
                    </a:ext>
                  </a:extLst>
                </a:gridCol>
                <a:gridCol w="2108606">
                  <a:extLst>
                    <a:ext uri="{9D8B030D-6E8A-4147-A177-3AD203B41FA5}">
                      <a16:colId xmlns:a16="http://schemas.microsoft.com/office/drawing/2014/main" val="3038093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Modèle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Précision globale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Faux positifs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Faux négatifs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/>
                        <a:t>Explicabilité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656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K-Means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Faible</a:t>
                      </a:r>
                    </a:p>
                    <a:p>
                      <a:pPr algn="ctr"/>
                      <a:r>
                        <a:rPr lang="fr-FR" dirty="0"/>
                        <a:t>(Boite noire)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48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Régression</a:t>
                      </a:r>
                    </a:p>
                    <a:p>
                      <a:pPr algn="ctr"/>
                      <a:r>
                        <a:rPr lang="fr-FR" dirty="0"/>
                        <a:t>Logistique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99%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Excellente</a:t>
                      </a:r>
                    </a:p>
                    <a:p>
                      <a:pPr algn="ctr"/>
                      <a:r>
                        <a:rPr lang="fr-FR" dirty="0"/>
                        <a:t>(Coefficient)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948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Moyenne</a:t>
                      </a:r>
                    </a:p>
                    <a:p>
                      <a:pPr algn="ctr"/>
                      <a:r>
                        <a:rPr lang="fr-FR" dirty="0"/>
                        <a:t>(Dépend de 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943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Bonne</a:t>
                      </a:r>
                    </a:p>
                    <a:p>
                      <a:pPr algn="ctr"/>
                      <a:r>
                        <a:rPr lang="fr-FR" dirty="0"/>
                        <a:t>(solution lourde)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35926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3478DB9-0A0D-910E-3B88-CFD3452C6786}"/>
              </a:ext>
            </a:extLst>
          </p:cNvPr>
          <p:cNvSpPr/>
          <p:nvPr/>
        </p:nvSpPr>
        <p:spPr>
          <a:xfrm>
            <a:off x="886968" y="2468880"/>
            <a:ext cx="10543032" cy="649224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64E5BAB-9221-AA82-0579-3E6937733482}"/>
              </a:ext>
            </a:extLst>
          </p:cNvPr>
          <p:cNvSpPr txBox="1"/>
          <p:nvPr/>
        </p:nvSpPr>
        <p:spPr>
          <a:xfrm>
            <a:off x="1158240" y="4870035"/>
            <a:ext cx="987552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trois modèles supervisés atteignent la quasi-perfection algorithmique (99%), mais se départagent sur leurs erreurs et leur lisibilité institutionnelle</a:t>
            </a:r>
          </a:p>
        </p:txBody>
      </p:sp>
    </p:spTree>
    <p:extLst>
      <p:ext uri="{BB962C8B-B14F-4D97-AF65-F5344CB8AC3E}">
        <p14:creationId xmlns:p14="http://schemas.microsoft.com/office/powerpoint/2010/main" val="3824900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4479B18-AC9D-7392-FF14-01EC43468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Claudie Humbert - Data Analyst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4D78E60-BAC6-6310-DA39-44845F16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952E8-7580-4065-B1C3-C949BEBFBF18}" type="slidenum">
              <a:rPr lang="fr-FR" smtClean="0"/>
              <a:t>13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BCCDE56-4F85-C0E8-9F91-C7A3C334382B}"/>
              </a:ext>
            </a:extLst>
          </p:cNvPr>
          <p:cNvSpPr txBox="1"/>
          <p:nvPr/>
        </p:nvSpPr>
        <p:spPr>
          <a:xfrm>
            <a:off x="374904" y="367546"/>
            <a:ext cx="8235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2">
                    <a:lumMod val="25000"/>
                  </a:schemeClr>
                </a:solidFill>
              </a:rPr>
              <a:t>Modèle sélectionné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04B5639-2AEF-2D3F-C6EE-D1DCD5DCEB56}"/>
              </a:ext>
            </a:extLst>
          </p:cNvPr>
          <p:cNvSpPr txBox="1"/>
          <p:nvPr/>
        </p:nvSpPr>
        <p:spPr>
          <a:xfrm>
            <a:off x="4314444" y="1615160"/>
            <a:ext cx="3575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Régression logistique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AA1185-5148-D23E-3528-C1016EAD8450}"/>
              </a:ext>
            </a:extLst>
          </p:cNvPr>
          <p:cNvSpPr/>
          <p:nvPr/>
        </p:nvSpPr>
        <p:spPr>
          <a:xfrm>
            <a:off x="4239768" y="1532864"/>
            <a:ext cx="3712464" cy="704088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CA53E4E-9070-DA74-FEBC-81CC2A2ED95E}"/>
              </a:ext>
            </a:extLst>
          </p:cNvPr>
          <p:cNvSpPr txBox="1"/>
          <p:nvPr/>
        </p:nvSpPr>
        <p:spPr>
          <a:xfrm>
            <a:off x="824484" y="3263420"/>
            <a:ext cx="3009900" cy="1754326"/>
          </a:xfrm>
          <a:prstGeom prst="rect">
            <a:avLst/>
          </a:prstGeom>
          <a:noFill/>
          <a:ln w="1905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  <a:p>
            <a:pPr algn="ctr"/>
            <a:r>
              <a:rPr lang="fr-FR" dirty="0"/>
              <a:t>Atteint le score de 99% de prédiction exact et le taux critique le plus bas avec seulement 2 faux positifs</a:t>
            </a: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158E8BC-86B9-6BCA-C72E-570AB1D849CE}"/>
              </a:ext>
            </a:extLst>
          </p:cNvPr>
          <p:cNvSpPr txBox="1"/>
          <p:nvPr/>
        </p:nvSpPr>
        <p:spPr>
          <a:xfrm>
            <a:off x="824484" y="2863310"/>
            <a:ext cx="3009900" cy="4001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Performance maximale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0825268-45BA-D32B-B31D-BB3BFD647881}"/>
              </a:ext>
            </a:extLst>
          </p:cNvPr>
          <p:cNvSpPr txBox="1"/>
          <p:nvPr/>
        </p:nvSpPr>
        <p:spPr>
          <a:xfrm>
            <a:off x="8165592" y="3253132"/>
            <a:ext cx="3009900" cy="1754326"/>
          </a:xfrm>
          <a:prstGeom prst="rect">
            <a:avLst/>
          </a:prstGeom>
          <a:noFill/>
          <a:ln w="1905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  <a:p>
            <a:pPr algn="ctr"/>
            <a:r>
              <a:rPr lang="fr-FR" dirty="0"/>
              <a:t>Un modèle mathématique pur, assurant une exécution ultrarapide en production sur les trieuses bancaires</a:t>
            </a:r>
          </a:p>
          <a:p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D610071-46AB-2CCE-EA07-51064A4877D3}"/>
              </a:ext>
            </a:extLst>
          </p:cNvPr>
          <p:cNvSpPr txBox="1"/>
          <p:nvPr/>
        </p:nvSpPr>
        <p:spPr>
          <a:xfrm>
            <a:off x="8165592" y="2853022"/>
            <a:ext cx="3009900" cy="4001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Légèreté opérationnelle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6A6A9BD-E2E6-A9DB-3492-D5FEBC24D930}"/>
              </a:ext>
            </a:extLst>
          </p:cNvPr>
          <p:cNvSpPr txBox="1"/>
          <p:nvPr/>
        </p:nvSpPr>
        <p:spPr>
          <a:xfrm>
            <a:off x="4171188" y="3217606"/>
            <a:ext cx="3712464" cy="2031325"/>
          </a:xfrm>
          <a:prstGeom prst="rect">
            <a:avLst/>
          </a:prstGeom>
          <a:noFill/>
          <a:ln w="1905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  <a:p>
            <a:pPr algn="ctr"/>
            <a:r>
              <a:rPr lang="fr-FR" dirty="0"/>
              <a:t>Une équation linéaire compréhensible. Contrairement aux boites noires, chaque décision algorithmique peut-être justifiée réglementairement</a:t>
            </a:r>
          </a:p>
          <a:p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F1EBBE4-59CC-AA33-11E7-9503E5CD3C52}"/>
              </a:ext>
            </a:extLst>
          </p:cNvPr>
          <p:cNvSpPr txBox="1"/>
          <p:nvPr/>
        </p:nvSpPr>
        <p:spPr>
          <a:xfrm>
            <a:off x="4171188" y="2817496"/>
            <a:ext cx="3712464" cy="4001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Audibilité </a:t>
            </a:r>
          </a:p>
        </p:txBody>
      </p:sp>
    </p:spTree>
    <p:extLst>
      <p:ext uri="{BB962C8B-B14F-4D97-AF65-F5344CB8AC3E}">
        <p14:creationId xmlns:p14="http://schemas.microsoft.com/office/powerpoint/2010/main" val="31614201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608</Words>
  <Application>Microsoft Office PowerPoint</Application>
  <PresentationFormat>Grand écran</PresentationFormat>
  <Paragraphs>141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Claudie Humbert</dc:creator>
  <cp:lastModifiedBy>Claudie Humbert</cp:lastModifiedBy>
  <cp:revision>38</cp:revision>
  <dcterms:created xsi:type="dcterms:W3CDTF">2026-09-26T17:43:05Z</dcterms:created>
  <dcterms:modified xsi:type="dcterms:W3CDTF">2026-09-27T11:09:10Z</dcterms:modified>
</cp:coreProperties>
</file>