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A7EE"/>
    <a:srgbClr val="B4D2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B4729-2A16-40C7-83AE-727CD27F98F2}" v="20" dt="2026-06-17T16:17:41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254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e Humbert" userId="baad0d9c075282f2" providerId="LiveId" clId="{6C72CCF1-70F2-4B68-AAA5-6A9C29734CFF}"/>
    <pc:docChg chg="undo custSel addSld modSld">
      <pc:chgData name="Claudie Humbert" userId="baad0d9c075282f2" providerId="LiveId" clId="{6C72CCF1-70F2-4B68-AAA5-6A9C29734CFF}" dt="2026-06-18T13:36:29.477" v="1667" actId="20577"/>
      <pc:docMkLst>
        <pc:docMk/>
      </pc:docMkLst>
      <pc:sldChg chg="addSp delSp modSp new mod modClrScheme chgLayout">
        <pc:chgData name="Claudie Humbert" userId="baad0d9c075282f2" providerId="LiveId" clId="{6C72CCF1-70F2-4B68-AAA5-6A9C29734CFF}" dt="2026-06-17T16:04:43.195" v="466" actId="478"/>
        <pc:sldMkLst>
          <pc:docMk/>
          <pc:sldMk cId="3525596354" sldId="256"/>
        </pc:sldMkLst>
        <pc:spChg chg="del">
          <ac:chgData name="Claudie Humbert" userId="baad0d9c075282f2" providerId="LiveId" clId="{6C72CCF1-70F2-4B68-AAA5-6A9C29734CFF}" dt="2026-06-17T15:26:21.968" v="1" actId="700"/>
          <ac:spMkLst>
            <pc:docMk/>
            <pc:sldMk cId="3525596354" sldId="256"/>
            <ac:spMk id="2" creationId="{9745B297-AEA2-4120-441D-ED59E0354A7B}"/>
          </ac:spMkLst>
        </pc:spChg>
        <pc:spChg chg="del">
          <ac:chgData name="Claudie Humbert" userId="baad0d9c075282f2" providerId="LiveId" clId="{6C72CCF1-70F2-4B68-AAA5-6A9C29734CFF}" dt="2026-06-17T15:26:21.968" v="1" actId="700"/>
          <ac:spMkLst>
            <pc:docMk/>
            <pc:sldMk cId="3525596354" sldId="256"/>
            <ac:spMk id="3" creationId="{7B47EAD1-4143-DFC7-9879-8674D6EAC810}"/>
          </ac:spMkLst>
        </pc:spChg>
        <pc:spChg chg="add mod">
          <ac:chgData name="Claudie Humbert" userId="baad0d9c075282f2" providerId="LiveId" clId="{6C72CCF1-70F2-4B68-AAA5-6A9C29734CFF}" dt="2026-06-17T15:29:01.542" v="39" actId="1076"/>
          <ac:spMkLst>
            <pc:docMk/>
            <pc:sldMk cId="3525596354" sldId="256"/>
            <ac:spMk id="6" creationId="{E674FC63-C6E4-FA28-FC4A-F96542A26516}"/>
          </ac:spMkLst>
        </pc:spChg>
        <pc:spChg chg="add mod">
          <ac:chgData name="Claudie Humbert" userId="baad0d9c075282f2" providerId="LiveId" clId="{6C72CCF1-70F2-4B68-AAA5-6A9C29734CFF}" dt="2026-06-17T15:55:06.031" v="269" actId="2085"/>
          <ac:spMkLst>
            <pc:docMk/>
            <pc:sldMk cId="3525596354" sldId="256"/>
            <ac:spMk id="9" creationId="{B5B70540-7107-1F9A-1527-76F387947F18}"/>
          </ac:spMkLst>
        </pc:spChg>
        <pc:spChg chg="add mod ord">
          <ac:chgData name="Claudie Humbert" userId="baad0d9c075282f2" providerId="LiveId" clId="{6C72CCF1-70F2-4B68-AAA5-6A9C29734CFF}" dt="2026-06-17T16:00:42.220" v="428" actId="14861"/>
          <ac:spMkLst>
            <pc:docMk/>
            <pc:sldMk cId="3525596354" sldId="256"/>
            <ac:spMk id="22" creationId="{8B01426C-4A5F-94D5-8FB6-3DAB77758123}"/>
          </ac:spMkLst>
        </pc:spChg>
        <pc:spChg chg="add del">
          <ac:chgData name="Claudie Humbert" userId="baad0d9c075282f2" providerId="LiveId" clId="{6C72CCF1-70F2-4B68-AAA5-6A9C29734CFF}" dt="2026-06-17T15:53:32.767" v="261" actId="478"/>
          <ac:spMkLst>
            <pc:docMk/>
            <pc:sldMk cId="3525596354" sldId="256"/>
            <ac:spMk id="23" creationId="{5F407178-524A-1691-AD66-82CA45D6988D}"/>
          </ac:spMkLst>
        </pc:spChg>
        <pc:spChg chg="add del">
          <ac:chgData name="Claudie Humbert" userId="baad0d9c075282f2" providerId="LiveId" clId="{6C72CCF1-70F2-4B68-AAA5-6A9C29734CFF}" dt="2026-06-17T15:53:42.958" v="263" actId="478"/>
          <ac:spMkLst>
            <pc:docMk/>
            <pc:sldMk cId="3525596354" sldId="256"/>
            <ac:spMk id="24" creationId="{5C1AF832-601F-4B53-2AFB-4A73D3C5340E}"/>
          </ac:spMkLst>
        </pc:spChg>
        <pc:picChg chg="add mod">
          <ac:chgData name="Claudie Humbert" userId="baad0d9c075282f2" providerId="LiveId" clId="{6C72CCF1-70F2-4B68-AAA5-6A9C29734CFF}" dt="2026-06-17T15:53:09.080" v="259" actId="1076"/>
          <ac:picMkLst>
            <pc:docMk/>
            <pc:sldMk cId="3525596354" sldId="256"/>
            <ac:picMk id="5" creationId="{29D74A07-4030-34A7-2214-3B4C89C89AD1}"/>
          </ac:picMkLst>
        </pc:picChg>
        <pc:picChg chg="add del mod">
          <ac:chgData name="Claudie Humbert" userId="baad0d9c075282f2" providerId="LiveId" clId="{6C72CCF1-70F2-4B68-AAA5-6A9C29734CFF}" dt="2026-06-17T15:36:07.152" v="128" actId="478"/>
          <ac:picMkLst>
            <pc:docMk/>
            <pc:sldMk cId="3525596354" sldId="256"/>
            <ac:picMk id="11" creationId="{9DFEA5E4-5C48-6D4C-0896-8F98E6FAB6BF}"/>
          </ac:picMkLst>
        </pc:picChg>
        <pc:picChg chg="add del mod ord">
          <ac:chgData name="Claudie Humbert" userId="baad0d9c075282f2" providerId="LiveId" clId="{6C72CCF1-70F2-4B68-AAA5-6A9C29734CFF}" dt="2026-06-17T15:41:19.811" v="153" actId="478"/>
          <ac:picMkLst>
            <pc:docMk/>
            <pc:sldMk cId="3525596354" sldId="256"/>
            <ac:picMk id="13" creationId="{7CE5F1D7-1676-906F-D9FF-7AAE066D281A}"/>
          </ac:picMkLst>
        </pc:picChg>
        <pc:picChg chg="add del mod">
          <ac:chgData name="Claudie Humbert" userId="baad0d9c075282f2" providerId="LiveId" clId="{6C72CCF1-70F2-4B68-AAA5-6A9C29734CFF}" dt="2026-06-17T15:40:54.713" v="147" actId="478"/>
          <ac:picMkLst>
            <pc:docMk/>
            <pc:sldMk cId="3525596354" sldId="256"/>
            <ac:picMk id="15" creationId="{FFBB80BF-D8ED-C8B0-0EAD-898EFE2AAD08}"/>
          </ac:picMkLst>
        </pc:picChg>
        <pc:picChg chg="add del mod ord">
          <ac:chgData name="Claudie Humbert" userId="baad0d9c075282f2" providerId="LiveId" clId="{6C72CCF1-70F2-4B68-AAA5-6A9C29734CFF}" dt="2026-06-17T15:42:16.166" v="171" actId="478"/>
          <ac:picMkLst>
            <pc:docMk/>
            <pc:sldMk cId="3525596354" sldId="256"/>
            <ac:picMk id="17" creationId="{854BC996-1F04-7D48-E2D2-245821B962BE}"/>
          </ac:picMkLst>
        </pc:picChg>
        <pc:picChg chg="add del mod ord">
          <ac:chgData name="Claudie Humbert" userId="baad0d9c075282f2" providerId="LiveId" clId="{6C72CCF1-70F2-4B68-AAA5-6A9C29734CFF}" dt="2026-06-17T15:43:34.579" v="182" actId="478"/>
          <ac:picMkLst>
            <pc:docMk/>
            <pc:sldMk cId="3525596354" sldId="256"/>
            <ac:picMk id="19" creationId="{B98E9883-6A7D-692A-2361-ABB3C2002639}"/>
          </ac:picMkLst>
        </pc:picChg>
        <pc:picChg chg="add mod ord">
          <ac:chgData name="Claudie Humbert" userId="baad0d9c075282f2" providerId="LiveId" clId="{6C72CCF1-70F2-4B68-AAA5-6A9C29734CFF}" dt="2026-06-17T15:52:43.141" v="256" actId="1076"/>
          <ac:picMkLst>
            <pc:docMk/>
            <pc:sldMk cId="3525596354" sldId="256"/>
            <ac:picMk id="21" creationId="{8369E9C2-5B1B-6F80-7EAB-C93BF08A3905}"/>
          </ac:picMkLst>
        </pc:picChg>
        <pc:cxnChg chg="add del mod">
          <ac:chgData name="Claudie Humbert" userId="baad0d9c075282f2" providerId="LiveId" clId="{6C72CCF1-70F2-4B68-AAA5-6A9C29734CFF}" dt="2026-06-17T16:04:43.195" v="466" actId="478"/>
          <ac:cxnSpMkLst>
            <pc:docMk/>
            <pc:sldMk cId="3525596354" sldId="256"/>
            <ac:cxnSpMk id="25" creationId="{07937D65-5540-E6BB-EFAB-A9ACE945F58F}"/>
          </ac:cxnSpMkLst>
        </pc:cxnChg>
        <pc:cxnChg chg="add del mod">
          <ac:chgData name="Claudie Humbert" userId="baad0d9c075282f2" providerId="LiveId" clId="{6C72CCF1-70F2-4B68-AAA5-6A9C29734CFF}" dt="2026-06-17T16:04:41.434" v="465" actId="478"/>
          <ac:cxnSpMkLst>
            <pc:docMk/>
            <pc:sldMk cId="3525596354" sldId="256"/>
            <ac:cxnSpMk id="26" creationId="{68B10A3F-E080-3023-0D30-C04E1605EFAF}"/>
          </ac:cxnSpMkLst>
        </pc:cxnChg>
      </pc:sldChg>
      <pc:sldChg chg="addSp modSp new mod">
        <pc:chgData name="Claudie Humbert" userId="baad0d9c075282f2" providerId="LiveId" clId="{6C72CCF1-70F2-4B68-AAA5-6A9C29734CFF}" dt="2026-06-18T13:34:40.499" v="1656" actId="20577"/>
        <pc:sldMkLst>
          <pc:docMk/>
          <pc:sldMk cId="3155492222" sldId="257"/>
        </pc:sldMkLst>
        <pc:spChg chg="add mod">
          <ac:chgData name="Claudie Humbert" userId="baad0d9c075282f2" providerId="LiveId" clId="{6C72CCF1-70F2-4B68-AAA5-6A9C29734CFF}" dt="2026-06-17T16:01:29.848" v="432" actId="1076"/>
          <ac:spMkLst>
            <pc:docMk/>
            <pc:sldMk cId="3155492222" sldId="257"/>
            <ac:spMk id="3" creationId="{326DBC06-7722-2C99-41E6-FC5080BB9538}"/>
          </ac:spMkLst>
        </pc:spChg>
        <pc:spChg chg="add mod">
          <ac:chgData name="Claudie Humbert" userId="baad0d9c075282f2" providerId="LiveId" clId="{6C72CCF1-70F2-4B68-AAA5-6A9C29734CFF}" dt="2026-06-17T16:01:53.354" v="437"/>
          <ac:spMkLst>
            <pc:docMk/>
            <pc:sldMk cId="3155492222" sldId="257"/>
            <ac:spMk id="5" creationId="{4464A7AE-8F41-9F43-258A-9CE192FB78E2}"/>
          </ac:spMkLst>
        </pc:spChg>
        <pc:spChg chg="add mod">
          <ac:chgData name="Claudie Humbert" userId="baad0d9c075282f2" providerId="LiveId" clId="{6C72CCF1-70F2-4B68-AAA5-6A9C29734CFF}" dt="2026-06-17T16:04:57.241" v="467" actId="1076"/>
          <ac:spMkLst>
            <pc:docMk/>
            <pc:sldMk cId="3155492222" sldId="257"/>
            <ac:spMk id="6" creationId="{9C465DED-A8EE-1308-2D67-662CC45C0C1B}"/>
          </ac:spMkLst>
        </pc:spChg>
        <pc:spChg chg="add mod">
          <ac:chgData name="Claudie Humbert" userId="baad0d9c075282f2" providerId="LiveId" clId="{6C72CCF1-70F2-4B68-AAA5-6A9C29734CFF}" dt="2026-06-18T13:34:40.499" v="1656" actId="20577"/>
          <ac:spMkLst>
            <pc:docMk/>
            <pc:sldMk cId="3155492222" sldId="257"/>
            <ac:spMk id="9" creationId="{561BA23C-3806-3766-354E-F9E67372EB4F}"/>
          </ac:spMkLst>
        </pc:spChg>
        <pc:picChg chg="add mod">
          <ac:chgData name="Claudie Humbert" userId="baad0d9c075282f2" providerId="LiveId" clId="{6C72CCF1-70F2-4B68-AAA5-6A9C29734CFF}" dt="2026-06-17T16:01:42.514" v="436" actId="1076"/>
          <ac:picMkLst>
            <pc:docMk/>
            <pc:sldMk cId="3155492222" sldId="257"/>
            <ac:picMk id="4" creationId="{C9268E66-A37F-4260-0671-62F5F745B1DE}"/>
          </ac:picMkLst>
        </pc:picChg>
        <pc:cxnChg chg="add mod">
          <ac:chgData name="Claudie Humbert" userId="baad0d9c075282f2" providerId="LiveId" clId="{6C72CCF1-70F2-4B68-AAA5-6A9C29734CFF}" dt="2026-06-17T16:03:48.416" v="458" actId="693"/>
          <ac:cxnSpMkLst>
            <pc:docMk/>
            <pc:sldMk cId="3155492222" sldId="257"/>
            <ac:cxnSpMk id="8" creationId="{5BFC98F0-D508-39ED-BF6F-5A44E56952B9}"/>
          </ac:cxnSpMkLst>
        </pc:cxnChg>
      </pc:sldChg>
      <pc:sldChg chg="addSp modSp add mod">
        <pc:chgData name="Claudie Humbert" userId="baad0d9c075282f2" providerId="LiveId" clId="{6C72CCF1-70F2-4B68-AAA5-6A9C29734CFF}" dt="2026-06-18T13:35:53.674" v="1659" actId="20577"/>
        <pc:sldMkLst>
          <pc:docMk/>
          <pc:sldMk cId="4251324136" sldId="258"/>
        </pc:sldMkLst>
        <pc:spChg chg="mod">
          <ac:chgData name="Claudie Humbert" userId="baad0d9c075282f2" providerId="LiveId" clId="{6C72CCF1-70F2-4B68-AAA5-6A9C29734CFF}" dt="2026-06-17T16:05:22.049" v="502" actId="14100"/>
          <ac:spMkLst>
            <pc:docMk/>
            <pc:sldMk cId="4251324136" sldId="258"/>
            <ac:spMk id="6" creationId="{F9F0A868-11BC-E9AA-7022-C25D32618900}"/>
          </ac:spMkLst>
        </pc:spChg>
        <pc:spChg chg="add mod">
          <ac:chgData name="Claudie Humbert" userId="baad0d9c075282f2" providerId="LiveId" clId="{6C72CCF1-70F2-4B68-AAA5-6A9C29734CFF}" dt="2026-06-18T13:35:53.674" v="1659" actId="20577"/>
          <ac:spMkLst>
            <pc:docMk/>
            <pc:sldMk cId="4251324136" sldId="258"/>
            <ac:spMk id="7" creationId="{DB64EB1D-C608-B7BF-154D-D41EC9F0DBF9}"/>
          </ac:spMkLst>
        </pc:spChg>
      </pc:sldChg>
      <pc:sldChg chg="addSp modSp add mod">
        <pc:chgData name="Claudie Humbert" userId="baad0d9c075282f2" providerId="LiveId" clId="{6C72CCF1-70F2-4B68-AAA5-6A9C29734CFF}" dt="2026-06-18T13:25:13.453" v="1542" actId="1076"/>
        <pc:sldMkLst>
          <pc:docMk/>
          <pc:sldMk cId="2913982968" sldId="259"/>
        </pc:sldMkLst>
        <pc:spChg chg="mod">
          <ac:chgData name="Claudie Humbert" userId="baad0d9c075282f2" providerId="LiveId" clId="{6C72CCF1-70F2-4B68-AAA5-6A9C29734CFF}" dt="2026-06-17T16:05:40.402" v="516" actId="20577"/>
          <ac:spMkLst>
            <pc:docMk/>
            <pc:sldMk cId="2913982968" sldId="259"/>
            <ac:spMk id="6" creationId="{AC70041F-3155-5BD9-D97C-CA0B44D6AE79}"/>
          </ac:spMkLst>
        </pc:spChg>
        <pc:picChg chg="add mod">
          <ac:chgData name="Claudie Humbert" userId="baad0d9c075282f2" providerId="LiveId" clId="{6C72CCF1-70F2-4B68-AAA5-6A9C29734CFF}" dt="2026-06-18T13:25:13.453" v="1542" actId="1076"/>
          <ac:picMkLst>
            <pc:docMk/>
            <pc:sldMk cId="2913982968" sldId="259"/>
            <ac:picMk id="9" creationId="{92963FC5-E2BE-A0E3-4F88-60C2FB0E8E85}"/>
          </ac:picMkLst>
        </pc:picChg>
      </pc:sldChg>
      <pc:sldChg chg="addSp modSp add mod">
        <pc:chgData name="Claudie Humbert" userId="baad0d9c075282f2" providerId="LiveId" clId="{6C72CCF1-70F2-4B68-AAA5-6A9C29734CFF}" dt="2026-06-18T13:36:29.477" v="1667" actId="20577"/>
        <pc:sldMkLst>
          <pc:docMk/>
          <pc:sldMk cId="215766333" sldId="260"/>
        </pc:sldMkLst>
        <pc:spChg chg="mod">
          <ac:chgData name="Claudie Humbert" userId="baad0d9c075282f2" providerId="LiveId" clId="{6C72CCF1-70F2-4B68-AAA5-6A9C29734CFF}" dt="2026-06-17T16:05:56.341" v="539" actId="20577"/>
          <ac:spMkLst>
            <pc:docMk/>
            <pc:sldMk cId="215766333" sldId="260"/>
            <ac:spMk id="6" creationId="{06036F2A-71F6-F8E6-A588-AC986CDB37A2}"/>
          </ac:spMkLst>
        </pc:spChg>
        <pc:spChg chg="add mod">
          <ac:chgData name="Claudie Humbert" userId="baad0d9c075282f2" providerId="LiveId" clId="{6C72CCF1-70F2-4B68-AAA5-6A9C29734CFF}" dt="2026-06-18T13:36:29.477" v="1667" actId="20577"/>
          <ac:spMkLst>
            <pc:docMk/>
            <pc:sldMk cId="215766333" sldId="260"/>
            <ac:spMk id="7" creationId="{5983A4B8-05EA-59F9-202F-E8A2EC28F11D}"/>
          </ac:spMkLst>
        </pc:spChg>
      </pc:sldChg>
      <pc:sldChg chg="addSp delSp modSp add mod">
        <pc:chgData name="Claudie Humbert" userId="baad0d9c075282f2" providerId="LiveId" clId="{6C72CCF1-70F2-4B68-AAA5-6A9C29734CFF}" dt="2026-06-18T13:25:11.296" v="1541" actId="1076"/>
        <pc:sldMkLst>
          <pc:docMk/>
          <pc:sldMk cId="3553939378" sldId="261"/>
        </pc:sldMkLst>
        <pc:picChg chg="del">
          <ac:chgData name="Claudie Humbert" userId="baad0d9c075282f2" providerId="LiveId" clId="{6C72CCF1-70F2-4B68-AAA5-6A9C29734CFF}" dt="2026-06-18T13:24:26.709" v="1538" actId="478"/>
          <ac:picMkLst>
            <pc:docMk/>
            <pc:sldMk cId="3553939378" sldId="261"/>
            <ac:picMk id="9" creationId="{08366B47-BACB-3035-ED2B-86A184596C84}"/>
          </ac:picMkLst>
        </pc:picChg>
        <pc:picChg chg="add mod">
          <ac:chgData name="Claudie Humbert" userId="baad0d9c075282f2" providerId="LiveId" clId="{6C72CCF1-70F2-4B68-AAA5-6A9C29734CFF}" dt="2026-06-18T13:25:11.296" v="1541" actId="1076"/>
          <ac:picMkLst>
            <pc:docMk/>
            <pc:sldMk cId="3553939378" sldId="261"/>
            <ac:picMk id="10" creationId="{6A923522-9D94-05AD-8594-0B1C330AEC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A4823-DD1C-4A6A-A2E7-6BC67973D962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D6F13-5A3A-47E8-BAD5-7F0EC52E7A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94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CCEB44-0D72-E808-D932-70A85E1C5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94E46B-97BA-3E1A-A298-006464F9B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89CF84-743C-F667-E08B-E4F02F122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4F0F7-A6FE-4272-B66C-B112EDEAC696}" type="datetime1">
              <a:rPr lang="fr-FR" smtClean="0"/>
              <a:t>18/06/2026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D6201D-3F53-7806-6AD7-7F50DF39C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13FBB2-D8D8-FA88-B109-D4324980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2089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CEBBB-09C9-722A-A27A-BD39DC63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57419D-C5E1-8D5D-0A07-2099B57F8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4B05CA-4DBD-75DF-01DE-F6FBDFE0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5F09-AA75-45B6-8ADE-9D2E9B16ED9C}" type="datetime1">
              <a:rPr lang="fr-FR" smtClean="0"/>
              <a:t>18/06/2026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E68D12-FC11-FBE7-0A55-DBB1233AF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F1DBE1-FD09-DA46-D162-410A62D5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322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8B99C-E9A5-90E2-EBD7-A8B2EF88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34FC40-B439-AA84-4A72-250A427A0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1BC19E-A783-D766-E1F7-6682C5824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D7ED6-2517-4EE1-8AC7-E62EA84E0861}" type="datetime1">
              <a:rPr lang="fr-FR" smtClean="0"/>
              <a:t>18/06/2026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4A6DB7-DB2D-5091-7756-1F03651C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4A6790-148B-490E-D6B5-C1FF12BA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59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5DDE45-BDB8-4478-AE87-4A205DE38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4A2B8F-3998-62EC-332F-9DC7BAEF9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154E72-747C-542A-7B82-EF7345B94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FE580B-5030-0014-D6AE-641E5276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F06D-4AF1-42E7-97F0-D14507F73590}" type="datetime1">
              <a:rPr lang="fr-FR" smtClean="0"/>
              <a:t>18/06/2026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E2F5AF-D2BE-5EFD-1D1F-F174BE58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C844F3-721B-93A6-65DC-ACED2FE8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93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7D7CA0-C3FE-C6DB-B747-2EC902C70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B773A1-DD58-1626-A9BC-D991BB8BA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4855A3-3844-862E-DBC7-8BF3A96F0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D2510A8-9313-01A8-3A00-AD10BA31E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2D1CBC-53ED-F5AE-EECA-C6E6D2B2F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1C522CD-5C0B-BAB8-FE9A-4AC161C5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D63BC-C6CC-47B5-AAE5-523592293D4F}" type="datetime1">
              <a:rPr lang="fr-FR" smtClean="0"/>
              <a:t>18/06/2026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4B69F1B-ED08-F110-1618-9A385526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9276FC-A14A-5866-15D1-ACAA9821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16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714EDC-52BE-F32B-6E49-0E97B57C4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3C83FD7-F4F6-6397-A58F-A205A445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C063-28D4-42F9-A80E-3996479A38DB}" type="datetime1">
              <a:rPr lang="fr-FR" smtClean="0"/>
              <a:t>18/06/2026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D4CA95-482F-74AA-FEA2-ED3D9341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26B2C1-360F-7C00-0249-27446222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67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2F6E95D-B4DF-E88D-AFBD-38432AE4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200-426E-4543-8682-BC35FAEB338E}" type="datetime1">
              <a:rPr lang="fr-FR" smtClean="0"/>
              <a:t>18/06/2026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38AD60-627B-9F39-1B35-7E75E5C9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448CFB-BC78-CF6A-FDC9-9E14904F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79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F76A0-8662-F68F-6677-C8F9AECCA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4FA9F5-2958-5B8A-E4A4-0B35655BD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0F16AE-C1D0-7DCA-1948-D4E1381A1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C4BC48-0E71-90BF-8E2D-B8AF83EC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E155B-52A2-41D8-A55F-BEA9BA23DB8C}" type="datetime1">
              <a:rPr lang="fr-FR" smtClean="0"/>
              <a:t>18/06/2026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BA2DB0-120F-E894-70FF-F67B607F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C5175E-FE1C-FC20-0C3F-2A73014A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49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EB3BB-EDE0-AE4D-A3ED-56655429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0CFA3F7-917E-EB16-8120-7751717AB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8F5EC2-0094-A497-7659-2E21F93E7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661F2C-9AB9-E143-818B-9CF6A95F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8FC4-0928-4A4D-AFF5-2754E9E4D6CC}" type="datetime1">
              <a:rPr lang="fr-FR" smtClean="0"/>
              <a:t>18/06/2026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4A6230-6A7F-D5DA-2D8A-56ACB109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423A70-72AE-F25F-7BA8-4CEA8D35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615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52980-ABF7-AD22-5B80-145DFC98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4ABBC6-5832-7E40-8CBE-760C822F4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06A218-707A-435B-DED3-9624B357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C1B-E1E2-4C9A-AFFA-EF0BE3B42048}" type="datetime1">
              <a:rPr lang="fr-FR" smtClean="0"/>
              <a:t>18/06/2026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8B0C6B-7335-3184-4AE1-F0CA0384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3C2D8D-A96E-0381-EA8E-3F30CF19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077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7F6FFE8-D289-9594-B9F7-5D27FAA50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A409C64-878F-5B8C-DB62-166FD7D5A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C6C80F-540F-EAA0-8488-EC8CE095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B855-1835-48A4-92D8-AFFC2E963010}" type="datetime1">
              <a:rPr lang="fr-FR" smtClean="0"/>
              <a:t>18/06/2026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193416-9D8D-7BC2-756C-A03734ED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BDC973-92F1-B2B9-3081-0C7F20E2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33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F9334E4-7EB8-41CE-0A51-B43C964E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4A4B45-7051-A986-0402-C0E3A8778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9CFF1E-0CAD-3F01-7ADF-04848A49B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C2BA8-4CCD-4FA9-920D-B3A0BD83DE88}" type="datetime1">
              <a:rPr lang="fr-FR" smtClean="0"/>
              <a:t>18/06/2026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513A7A-9187-EA55-234C-DF9E80CEA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ABE6F4-117A-81CB-221C-0C64239C7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72C39-9D33-4DED-A2CF-87190CF67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197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 descr="Vague dans l’eau">
            <a:extLst>
              <a:ext uri="{FF2B5EF4-FFF2-40B4-BE49-F238E27FC236}">
                <a16:creationId xmlns:a16="http://schemas.microsoft.com/office/drawing/2014/main" id="{8369E9C2-5B1B-6F80-7EAB-C93BF08A3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1658" y="1892441"/>
            <a:ext cx="12575316" cy="838149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B01426C-4A5F-94D5-8FB6-3DAB77758123}"/>
              </a:ext>
            </a:extLst>
          </p:cNvPr>
          <p:cNvSpPr/>
          <p:nvPr/>
        </p:nvSpPr>
        <p:spPr>
          <a:xfrm>
            <a:off x="-796413" y="599768"/>
            <a:ext cx="13735665" cy="2204117"/>
          </a:xfrm>
          <a:prstGeom prst="rect">
            <a:avLst/>
          </a:prstGeom>
          <a:solidFill>
            <a:srgbClr val="1FA7EE">
              <a:alpha val="9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9D74A07-4030-34A7-2214-3B4C89C89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538" y="880473"/>
            <a:ext cx="2419688" cy="152421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674FC63-C6E4-FA28-FC4A-F96542A26516}"/>
              </a:ext>
            </a:extLst>
          </p:cNvPr>
          <p:cNvSpPr txBox="1"/>
          <p:nvPr/>
        </p:nvSpPr>
        <p:spPr>
          <a:xfrm>
            <a:off x="8707120" y="6400412"/>
            <a:ext cx="3484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Claudie Humbert – Data Analyst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D18BF0F-7FB9-52DD-129F-F16EA5C6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1</a:t>
            </a:fld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5B70540-7107-1F9A-1527-76F387947F18}"/>
              </a:ext>
            </a:extLst>
          </p:cNvPr>
          <p:cNvSpPr txBox="1"/>
          <p:nvPr/>
        </p:nvSpPr>
        <p:spPr>
          <a:xfrm>
            <a:off x="1161712" y="988914"/>
            <a:ext cx="61573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Etude sur l’eau potable</a:t>
            </a:r>
          </a:p>
          <a:p>
            <a:endParaRPr lang="fr-FR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fr-FR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Drinking water for all</a:t>
            </a:r>
          </a:p>
        </p:txBody>
      </p:sp>
    </p:spTree>
    <p:extLst>
      <p:ext uri="{BB962C8B-B14F-4D97-AF65-F5344CB8AC3E}">
        <p14:creationId xmlns:p14="http://schemas.microsoft.com/office/powerpoint/2010/main" val="352559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F53B99B-1CE8-6828-BA95-DC66A6E8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2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6DBC06-7722-2C99-41E6-FC5080BB9538}"/>
              </a:ext>
            </a:extLst>
          </p:cNvPr>
          <p:cNvSpPr/>
          <p:nvPr/>
        </p:nvSpPr>
        <p:spPr>
          <a:xfrm>
            <a:off x="-717755" y="-363793"/>
            <a:ext cx="13411201" cy="1661652"/>
          </a:xfrm>
          <a:prstGeom prst="rect">
            <a:avLst/>
          </a:prstGeom>
          <a:solidFill>
            <a:srgbClr val="1FA7EE">
              <a:alpha val="9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268E66-A37F-4260-0671-62F5F745B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427" y="0"/>
            <a:ext cx="1888746" cy="118976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464A7AE-8F41-9F43-258A-9CE192FB78E2}"/>
              </a:ext>
            </a:extLst>
          </p:cNvPr>
          <p:cNvSpPr txBox="1"/>
          <p:nvPr/>
        </p:nvSpPr>
        <p:spPr>
          <a:xfrm>
            <a:off x="8707120" y="6400412"/>
            <a:ext cx="3484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Claudie Humbert – Data Analyst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C465DED-A8EE-1308-2D67-662CC45C0C1B}"/>
              </a:ext>
            </a:extLst>
          </p:cNvPr>
          <p:cNvSpPr txBox="1"/>
          <p:nvPr/>
        </p:nvSpPr>
        <p:spPr>
          <a:xfrm>
            <a:off x="501445" y="285191"/>
            <a:ext cx="6157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Contexte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BFC98F0-D508-39ED-BF6F-5A44E56952B9}"/>
              </a:ext>
            </a:extLst>
          </p:cNvPr>
          <p:cNvCxnSpPr/>
          <p:nvPr/>
        </p:nvCxnSpPr>
        <p:spPr>
          <a:xfrm>
            <a:off x="-98323" y="1396181"/>
            <a:ext cx="12614788" cy="0"/>
          </a:xfrm>
          <a:prstGeom prst="line">
            <a:avLst/>
          </a:prstGeom>
          <a:ln w="38100">
            <a:solidFill>
              <a:srgbClr val="1FA7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561BA23C-3806-3766-354E-F9E67372EB4F}"/>
              </a:ext>
            </a:extLst>
          </p:cNvPr>
          <p:cNvSpPr txBox="1"/>
          <p:nvPr/>
        </p:nvSpPr>
        <p:spPr>
          <a:xfrm>
            <a:off x="865238" y="2064774"/>
            <a:ext cx="98912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Dans le but de donner accès à l’eau potable à tous, DWFA a besoin de faire des demandes de financement auprès de bailleurs de fonds. </a:t>
            </a:r>
          </a:p>
          <a:p>
            <a:endParaRPr lang="fr-FR" dirty="0"/>
          </a:p>
          <a:p>
            <a:r>
              <a:rPr lang="fr-FR" dirty="0"/>
              <a:t>Pour convaincre ces bailleurs, nous devons présenter </a:t>
            </a:r>
            <a:r>
              <a:rPr lang="fr-FR" b="1" u="sng" dirty="0"/>
              <a:t>3 domaines d’expertise </a:t>
            </a:r>
            <a:r>
              <a:rPr lang="fr-FR" dirty="0"/>
              <a:t>: 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 création de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 modernisation de services déjà existants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Du consulting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5492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61C9-DD42-596B-8928-EBA65DD2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4EA7527-8559-53F2-633D-79B02339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3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A1785B-7930-7F68-1376-C4503DDA390C}"/>
              </a:ext>
            </a:extLst>
          </p:cNvPr>
          <p:cNvSpPr/>
          <p:nvPr/>
        </p:nvSpPr>
        <p:spPr>
          <a:xfrm>
            <a:off x="-717755" y="-363793"/>
            <a:ext cx="13411201" cy="1661652"/>
          </a:xfrm>
          <a:prstGeom prst="rect">
            <a:avLst/>
          </a:prstGeom>
          <a:solidFill>
            <a:srgbClr val="1FA7EE">
              <a:alpha val="9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1B5E9CD-A617-29D3-B7A2-1F705D8ED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427" y="0"/>
            <a:ext cx="1888746" cy="118976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21EB6B7-70AF-0D2A-903D-49BEA99C496B}"/>
              </a:ext>
            </a:extLst>
          </p:cNvPr>
          <p:cNvSpPr txBox="1"/>
          <p:nvPr/>
        </p:nvSpPr>
        <p:spPr>
          <a:xfrm>
            <a:off x="8707120" y="6400412"/>
            <a:ext cx="3484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Claudie Humbert – Data Analyst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F0A868-11BC-E9AA-7022-C25D32618900}"/>
              </a:ext>
            </a:extLst>
          </p:cNvPr>
          <p:cNvSpPr txBox="1"/>
          <p:nvPr/>
        </p:nvSpPr>
        <p:spPr>
          <a:xfrm>
            <a:off x="501445" y="285191"/>
            <a:ext cx="6931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Pré-traitement des données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908B50B-09CF-E594-2902-CF5AE49EA14E}"/>
              </a:ext>
            </a:extLst>
          </p:cNvPr>
          <p:cNvCxnSpPr/>
          <p:nvPr/>
        </p:nvCxnSpPr>
        <p:spPr>
          <a:xfrm>
            <a:off x="-98323" y="1396181"/>
            <a:ext cx="12614788" cy="0"/>
          </a:xfrm>
          <a:prstGeom prst="line">
            <a:avLst/>
          </a:prstGeom>
          <a:ln w="38100">
            <a:solidFill>
              <a:srgbClr val="1FA7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DB64EB1D-C608-B7BF-154D-D41EC9F0DBF9}"/>
              </a:ext>
            </a:extLst>
          </p:cNvPr>
          <p:cNvSpPr txBox="1"/>
          <p:nvPr/>
        </p:nvSpPr>
        <p:spPr>
          <a:xfrm>
            <a:off x="865239" y="2064774"/>
            <a:ext cx="64892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Rajout des régions manquantes pour certains pays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Homogénéisation des noms des pays entre toutes les tables (exemple : Chine) et retraitement avec regroupement si besoin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Agrégation de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Jointure entre les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Modification du type de données selon les variables</a:t>
            </a:r>
          </a:p>
        </p:txBody>
      </p:sp>
    </p:spTree>
    <p:extLst>
      <p:ext uri="{BB962C8B-B14F-4D97-AF65-F5344CB8AC3E}">
        <p14:creationId xmlns:p14="http://schemas.microsoft.com/office/powerpoint/2010/main" val="425132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6177-0967-6525-5717-69340842D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9C84E6-BE7D-DC15-5895-880CE7CB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4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D58BD6-8660-631E-5BA3-C41FAFA2D7A1}"/>
              </a:ext>
            </a:extLst>
          </p:cNvPr>
          <p:cNvSpPr/>
          <p:nvPr/>
        </p:nvSpPr>
        <p:spPr>
          <a:xfrm>
            <a:off x="-717755" y="-363793"/>
            <a:ext cx="13411201" cy="1661652"/>
          </a:xfrm>
          <a:prstGeom prst="rect">
            <a:avLst/>
          </a:prstGeom>
          <a:solidFill>
            <a:srgbClr val="1FA7EE">
              <a:alpha val="9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6C03A99-98DC-4729-C922-FEF10035D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427" y="0"/>
            <a:ext cx="1888746" cy="118976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664C3AB-9D2E-4BAB-5071-4E6FBAB67231}"/>
              </a:ext>
            </a:extLst>
          </p:cNvPr>
          <p:cNvSpPr txBox="1"/>
          <p:nvPr/>
        </p:nvSpPr>
        <p:spPr>
          <a:xfrm>
            <a:off x="8707120" y="6400412"/>
            <a:ext cx="3484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Claudie Humbert – Data Analyst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C70041F-3155-5BD9-D97C-CA0B44D6AE79}"/>
              </a:ext>
            </a:extLst>
          </p:cNvPr>
          <p:cNvSpPr txBox="1"/>
          <p:nvPr/>
        </p:nvSpPr>
        <p:spPr>
          <a:xfrm>
            <a:off x="501445" y="285191"/>
            <a:ext cx="6157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Blue-</a:t>
            </a:r>
            <a:r>
              <a:rPr lang="fr-FR" sz="4000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print</a:t>
            </a:r>
            <a:endParaRPr lang="fr-FR" sz="4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4819531-902E-16EE-0ADE-8120754EB9BB}"/>
              </a:ext>
            </a:extLst>
          </p:cNvPr>
          <p:cNvCxnSpPr/>
          <p:nvPr/>
        </p:nvCxnSpPr>
        <p:spPr>
          <a:xfrm>
            <a:off x="-98323" y="1396181"/>
            <a:ext cx="12614788" cy="0"/>
          </a:xfrm>
          <a:prstGeom prst="line">
            <a:avLst/>
          </a:prstGeom>
          <a:ln w="38100">
            <a:solidFill>
              <a:srgbClr val="1FA7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92963FC5-E2BE-A0E3-4F88-60C2FB0E8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4185"/>
            <a:ext cx="6629975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8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E2B6F-F200-313F-DBFB-D25BF3BB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F7D5963-6DD4-6371-50D4-AB1E8F3C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5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6D627-F764-5F6D-73C9-E0FBCE711302}"/>
              </a:ext>
            </a:extLst>
          </p:cNvPr>
          <p:cNvSpPr/>
          <p:nvPr/>
        </p:nvSpPr>
        <p:spPr>
          <a:xfrm>
            <a:off x="-717755" y="-363793"/>
            <a:ext cx="13411201" cy="1661652"/>
          </a:xfrm>
          <a:prstGeom prst="rect">
            <a:avLst/>
          </a:prstGeom>
          <a:solidFill>
            <a:srgbClr val="1FA7EE">
              <a:alpha val="9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268F59-C6EB-20F8-FB29-925FDA1CA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427" y="0"/>
            <a:ext cx="1888746" cy="118976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E61AD25-383C-3A43-487C-4A3E203DA8E1}"/>
              </a:ext>
            </a:extLst>
          </p:cNvPr>
          <p:cNvSpPr txBox="1"/>
          <p:nvPr/>
        </p:nvSpPr>
        <p:spPr>
          <a:xfrm>
            <a:off x="8707120" y="6400412"/>
            <a:ext cx="3484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Claudie Humbert – Data Analyst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BF3CD-E4D4-1048-CE41-06EAA45A4004}"/>
              </a:ext>
            </a:extLst>
          </p:cNvPr>
          <p:cNvSpPr txBox="1"/>
          <p:nvPr/>
        </p:nvSpPr>
        <p:spPr>
          <a:xfrm>
            <a:off x="501445" y="285191"/>
            <a:ext cx="6157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Blue-</a:t>
            </a:r>
            <a:r>
              <a:rPr lang="fr-FR" sz="4000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print</a:t>
            </a:r>
            <a:endParaRPr lang="fr-FR" sz="4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E0A9C22-C6E5-A4BA-BFF1-47C94AB7F9A5}"/>
              </a:ext>
            </a:extLst>
          </p:cNvPr>
          <p:cNvCxnSpPr/>
          <p:nvPr/>
        </p:nvCxnSpPr>
        <p:spPr>
          <a:xfrm>
            <a:off x="-98323" y="1396181"/>
            <a:ext cx="12614788" cy="0"/>
          </a:xfrm>
          <a:prstGeom prst="line">
            <a:avLst/>
          </a:prstGeom>
          <a:ln w="38100">
            <a:solidFill>
              <a:srgbClr val="1FA7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6A923522-9D94-05AD-8594-0B1C330AE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63219"/>
            <a:ext cx="5349704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3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2019-820C-7294-C1AB-48BFFE3F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683E69E-A6CB-26E8-0E26-4F693E6A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72C39-9D33-4DED-A2CF-87190CF67B3B}" type="slidenum">
              <a:rPr lang="fr-FR" smtClean="0"/>
              <a:t>6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F85E48-A2B7-FFD4-20A6-EE3630A9F03B}"/>
              </a:ext>
            </a:extLst>
          </p:cNvPr>
          <p:cNvSpPr/>
          <p:nvPr/>
        </p:nvSpPr>
        <p:spPr>
          <a:xfrm>
            <a:off x="-717755" y="-363793"/>
            <a:ext cx="13411201" cy="1661652"/>
          </a:xfrm>
          <a:prstGeom prst="rect">
            <a:avLst/>
          </a:prstGeom>
          <a:solidFill>
            <a:srgbClr val="1FA7EE">
              <a:alpha val="9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B5BF1A4-7438-E022-0014-7E96DFB52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427" y="0"/>
            <a:ext cx="1888746" cy="118976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B7AC4C6-9F0A-C72F-5843-BF7738A43BAA}"/>
              </a:ext>
            </a:extLst>
          </p:cNvPr>
          <p:cNvSpPr txBox="1"/>
          <p:nvPr/>
        </p:nvSpPr>
        <p:spPr>
          <a:xfrm>
            <a:off x="8707120" y="6400412"/>
            <a:ext cx="3484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Claudie Humbert – Data Analyst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036F2A-71F6-F8E6-A588-AC986CDB37A2}"/>
              </a:ext>
            </a:extLst>
          </p:cNvPr>
          <p:cNvSpPr txBox="1"/>
          <p:nvPr/>
        </p:nvSpPr>
        <p:spPr>
          <a:xfrm>
            <a:off x="501445" y="285191"/>
            <a:ext cx="6157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Justification </a:t>
            </a:r>
            <a:r>
              <a:rPr lang="fr-FR" sz="4000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Power-BI</a:t>
            </a:r>
            <a:endParaRPr lang="fr-FR" sz="4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718131F-7FE5-1CFC-98E1-44CA68BE9A21}"/>
              </a:ext>
            </a:extLst>
          </p:cNvPr>
          <p:cNvCxnSpPr/>
          <p:nvPr/>
        </p:nvCxnSpPr>
        <p:spPr>
          <a:xfrm>
            <a:off x="-98323" y="1396181"/>
            <a:ext cx="12614788" cy="0"/>
          </a:xfrm>
          <a:prstGeom prst="line">
            <a:avLst/>
          </a:prstGeom>
          <a:ln w="38100">
            <a:solidFill>
              <a:srgbClr val="1FA7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5983A4B8-05EA-59F9-202F-E8A2EC28F11D}"/>
              </a:ext>
            </a:extLst>
          </p:cNvPr>
          <p:cNvSpPr txBox="1"/>
          <p:nvPr/>
        </p:nvSpPr>
        <p:spPr>
          <a:xfrm>
            <a:off x="865239" y="2064774"/>
            <a:ext cx="64892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Préparation des données plus complexe grâce à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Modèles relationnels entre plusieurs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Calculs avancés comme les moyennes pondérées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Plus facile pour une mise à jour des données / conserve les étapes du nettoyage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Intégration avec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Plus faible coût pour l’ONG</a:t>
            </a:r>
          </a:p>
        </p:txBody>
      </p:sp>
    </p:spTree>
    <p:extLst>
      <p:ext uri="{BB962C8B-B14F-4D97-AF65-F5344CB8AC3E}">
        <p14:creationId xmlns:p14="http://schemas.microsoft.com/office/powerpoint/2010/main" val="2157663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188</Words>
  <Application>Microsoft Office PowerPoint</Application>
  <PresentationFormat>Grand écran</PresentationFormat>
  <Paragraphs>49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Claudie Humbert</dc:creator>
  <cp:lastModifiedBy>Claudie Humbert</cp:lastModifiedBy>
  <cp:revision>1</cp:revision>
  <dcterms:created xsi:type="dcterms:W3CDTF">2026-06-17T15:25:09Z</dcterms:created>
  <dcterms:modified xsi:type="dcterms:W3CDTF">2026-06-18T13:36:34Z</dcterms:modified>
</cp:coreProperties>
</file>