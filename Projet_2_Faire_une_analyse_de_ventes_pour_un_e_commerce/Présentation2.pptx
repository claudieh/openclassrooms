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7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e Humbert" userId="baad0d9c075282f2" providerId="LiveId" clId="{3E0F3002-2ACC-40ED-8C13-785BD96E3310}"/>
    <pc:docChg chg="custSel modSld">
      <pc:chgData name="Claudie Humbert" userId="baad0d9c075282f2" providerId="LiveId" clId="{3E0F3002-2ACC-40ED-8C13-785BD96E3310}" dt="2025-08-22T22:28:30.788" v="110" actId="20577"/>
      <pc:docMkLst>
        <pc:docMk/>
      </pc:docMkLst>
      <pc:sldChg chg="modSp mod">
        <pc:chgData name="Claudie Humbert" userId="baad0d9c075282f2" providerId="LiveId" clId="{3E0F3002-2ACC-40ED-8C13-785BD96E3310}" dt="2025-08-22T22:27:42.344" v="94" actId="20577"/>
        <pc:sldMkLst>
          <pc:docMk/>
          <pc:sldMk cId="1058525660" sldId="257"/>
        </pc:sldMkLst>
        <pc:spChg chg="mod">
          <ac:chgData name="Claudie Humbert" userId="baad0d9c075282f2" providerId="LiveId" clId="{3E0F3002-2ACC-40ED-8C13-785BD96E3310}" dt="2025-08-22T22:27:42.344" v="94" actId="20577"/>
          <ac:spMkLst>
            <pc:docMk/>
            <pc:sldMk cId="1058525660" sldId="257"/>
            <ac:spMk id="12" creationId="{32453684-0791-7DF2-5961-4E446355DF2E}"/>
          </ac:spMkLst>
        </pc:spChg>
      </pc:sldChg>
      <pc:sldChg chg="modSp mod">
        <pc:chgData name="Claudie Humbert" userId="baad0d9c075282f2" providerId="LiveId" clId="{3E0F3002-2ACC-40ED-8C13-785BD96E3310}" dt="2025-08-22T22:27:48.967" v="95" actId="20577"/>
        <pc:sldMkLst>
          <pc:docMk/>
          <pc:sldMk cId="1157360146" sldId="258"/>
        </pc:sldMkLst>
        <pc:spChg chg="mod">
          <ac:chgData name="Claudie Humbert" userId="baad0d9c075282f2" providerId="LiveId" clId="{3E0F3002-2ACC-40ED-8C13-785BD96E3310}" dt="2025-08-22T22:27:48.967" v="95" actId="20577"/>
          <ac:spMkLst>
            <pc:docMk/>
            <pc:sldMk cId="1157360146" sldId="258"/>
            <ac:spMk id="12" creationId="{0C956C25-93E5-D629-6A62-D8D7E010708F}"/>
          </ac:spMkLst>
        </pc:spChg>
      </pc:sldChg>
      <pc:sldChg chg="modSp mod">
        <pc:chgData name="Claudie Humbert" userId="baad0d9c075282f2" providerId="LiveId" clId="{3E0F3002-2ACC-40ED-8C13-785BD96E3310}" dt="2025-08-22T22:28:12.258" v="108" actId="20577"/>
        <pc:sldMkLst>
          <pc:docMk/>
          <pc:sldMk cId="2613345122" sldId="259"/>
        </pc:sldMkLst>
        <pc:spChg chg="mod">
          <ac:chgData name="Claudie Humbert" userId="baad0d9c075282f2" providerId="LiveId" clId="{3E0F3002-2ACC-40ED-8C13-785BD96E3310}" dt="2025-08-22T22:28:12.258" v="108" actId="20577"/>
          <ac:spMkLst>
            <pc:docMk/>
            <pc:sldMk cId="2613345122" sldId="259"/>
            <ac:spMk id="12" creationId="{532C7965-0E0E-729D-5285-68B79B841097}"/>
          </ac:spMkLst>
        </pc:spChg>
      </pc:sldChg>
      <pc:sldChg chg="modSp mod">
        <pc:chgData name="Claudie Humbert" userId="baad0d9c075282f2" providerId="LiveId" clId="{3E0F3002-2ACC-40ED-8C13-785BD96E3310}" dt="2025-08-22T22:28:23.389" v="109" actId="20577"/>
        <pc:sldMkLst>
          <pc:docMk/>
          <pc:sldMk cId="1918940589" sldId="260"/>
        </pc:sldMkLst>
        <pc:spChg chg="mod">
          <ac:chgData name="Claudie Humbert" userId="baad0d9c075282f2" providerId="LiveId" clId="{3E0F3002-2ACC-40ED-8C13-785BD96E3310}" dt="2025-08-22T22:28:23.389" v="109" actId="20577"/>
          <ac:spMkLst>
            <pc:docMk/>
            <pc:sldMk cId="1918940589" sldId="260"/>
            <ac:spMk id="12" creationId="{4EAA21B6-9AFE-D76B-B351-E4ECFB8C982E}"/>
          </ac:spMkLst>
        </pc:spChg>
      </pc:sldChg>
      <pc:sldChg chg="modSp mod">
        <pc:chgData name="Claudie Humbert" userId="baad0d9c075282f2" providerId="LiveId" clId="{3E0F3002-2ACC-40ED-8C13-785BD96E3310}" dt="2025-08-22T22:28:30.788" v="110" actId="20577"/>
        <pc:sldMkLst>
          <pc:docMk/>
          <pc:sldMk cId="3660604973" sldId="261"/>
        </pc:sldMkLst>
        <pc:spChg chg="mod">
          <ac:chgData name="Claudie Humbert" userId="baad0d9c075282f2" providerId="LiveId" clId="{3E0F3002-2ACC-40ED-8C13-785BD96E3310}" dt="2025-08-22T22:28:30.788" v="110" actId="20577"/>
          <ac:spMkLst>
            <pc:docMk/>
            <pc:sldMk cId="3660604973" sldId="261"/>
            <ac:spMk id="12" creationId="{B76DEA54-1BD9-7D99-C295-F99086A0D13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B8481C-2096-4933-7CED-3F80F3985F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8C86B86-B01B-CA40-EBB5-1E6865F583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7F049A-6791-C66C-5573-3C05CE56D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0B76-B341-4392-815E-B6C3A7AD6C69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F0DB1E-5B3B-0F42-5EE8-59884422C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5EF571-377F-6DA7-840E-0A3043197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8D6F-8EA5-4C54-BAD8-3846F9DF9C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8545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94B264-9552-4292-1706-AAC4AED0C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E105ED-F97E-7741-B64A-03200D9FB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7B10F5-7B01-C0A4-11A1-562317835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0B76-B341-4392-815E-B6C3A7AD6C69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D2FD9F-3420-75AD-6A1C-2483499AA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B424DD-AE6B-23D5-859B-83F9DBD1D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8D6F-8EA5-4C54-BAD8-3846F9DF9C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8391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017DF5-52AC-4C9C-CFAA-76845461E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D0AE690-7CEC-1207-93ED-D4A83B297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7B7FD0-8D46-9B17-74FB-A4AAAFFA2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0B76-B341-4392-815E-B6C3A7AD6C69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D472A1-7310-E1C1-A0BF-F1D759F0E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1B5338-B7D5-B6BF-FDE1-C0817CC78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8D6F-8EA5-4C54-BAD8-3846F9DF9C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057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D94D40-1DEA-D8C7-5390-52E22FFE7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05BB07-2DB8-FB8E-07DD-68D44D516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539479B-B687-C010-F333-B0A90DE7B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B65DE6-4BF0-ED2F-4B1E-1D413C31F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0B76-B341-4392-815E-B6C3A7AD6C69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5024C96-65E8-105B-9FB5-678079A97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79FE93-3550-FB48-991F-F8A41BF37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8D6F-8EA5-4C54-BAD8-3846F9DF9C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583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A4B47B-A73E-3B62-B3CE-0E879CA1C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6728B8-9E57-3167-4D33-3E5CA810A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035BA4-CAC9-9E38-B127-CD03AFBFE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0712DB2-6228-C36A-C3DC-038D9249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98C8741-17CD-7978-0EEB-9E3A4CBEB7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0ECD446-BB9F-2B5F-6921-D53903522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0B76-B341-4392-815E-B6C3A7AD6C69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4C38F46-5FAF-E7F1-3C9B-8E4EFD37D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73C1001-3CEC-26F3-ECBC-95499EB28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8D6F-8EA5-4C54-BAD8-3846F9DF9C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6454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DC628F-60EB-06FF-6A89-F8BF86D2D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7DDD520-EFEA-5200-A844-0729C7483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0B76-B341-4392-815E-B6C3A7AD6C69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A42B8BE-23D0-B1B1-CF6B-2C7DDA30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F7B1FE5-195D-E2F6-B17D-F015488F4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8D6F-8EA5-4C54-BAD8-3846F9DF9C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6858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2D77F2D-179F-C271-3228-6F0FBC225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0B76-B341-4392-815E-B6C3A7AD6C69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8AF1222-5F24-A43A-1121-EA2D0239E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5CA6FB2-96F0-DC5D-1E5B-C2370D0EF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8D6F-8EA5-4C54-BAD8-3846F9DF9C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3500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BBBC47-760E-64D5-63F6-96232677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69376C-D542-3C84-B4FD-39DACEB7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EC934AA-814D-9684-18AE-692540B2C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B02C9E-8787-5EB6-A3F7-F4A591C57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0B76-B341-4392-815E-B6C3A7AD6C69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4CB6AEF-F597-89D6-7562-70B72FA4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0CBEDB-2779-CD59-CF1C-F39F22A95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8D6F-8EA5-4C54-BAD8-3846F9DF9C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603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863DF0-BD6E-C168-5EAE-DA1EEB33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416CEC7-2D3C-6004-14D0-64EEAF93C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60E1399-AA8E-8B89-17CD-43969F254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A3BA87-AB99-8DC2-1A11-1B2D6D3D5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0B76-B341-4392-815E-B6C3A7AD6C69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DF601D5-7DF5-EE5B-596D-77A93C931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C929B96-DBCC-B3C5-BA0D-2BEA9EF7E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8D6F-8EA5-4C54-BAD8-3846F9DF9C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6799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E9FF0E-B1AE-365C-8155-C95E4932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CC5E79A-9C31-C301-80AB-936489582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D0E102-350D-E94E-62A0-3622D9E2A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0B76-B341-4392-815E-B6C3A7AD6C69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6E5DE0-19F9-6BC5-C7C2-D3D1ED16B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937FFA-D4AA-925B-AA1F-DE8EB4B79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8D6F-8EA5-4C54-BAD8-3846F9DF9C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65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8C7032D-6537-B3EA-A74E-1DC28C01C6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7DDC105-CA3F-D375-CF5A-8B4808CD4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F14EC4-C48B-D452-1130-2F4A89021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0B76-B341-4392-815E-B6C3A7AD6C69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6AAB05-B10F-E139-6468-5B8A01B9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BB169D-8656-B6FC-E583-A63959E9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8D6F-8EA5-4C54-BAD8-3846F9DF9C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3477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96B7902-5529-6553-1A54-9839A944C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486402-FA73-1A74-2CD9-22B726622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15FC6B-14DB-8D37-2066-F92A5D5D2D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200B76-B341-4392-815E-B6C3A7AD6C69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C7324E-BDE9-F875-BAD5-9412421DF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1F9F96-8FEA-367F-8E55-CEED81110C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CA8D6F-8EA5-4C54-BAD8-3846F9DF9C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7702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une 5">
            <a:extLst>
              <a:ext uri="{FF2B5EF4-FFF2-40B4-BE49-F238E27FC236}">
                <a16:creationId xmlns:a16="http://schemas.microsoft.com/office/drawing/2014/main" id="{537D26B0-FC38-73DA-2F41-80516539722D}"/>
              </a:ext>
            </a:extLst>
          </p:cNvPr>
          <p:cNvSpPr/>
          <p:nvPr/>
        </p:nvSpPr>
        <p:spPr>
          <a:xfrm>
            <a:off x="-4210050" y="-1695450"/>
            <a:ext cx="7162800" cy="10248900"/>
          </a:xfrm>
          <a:prstGeom prst="moon">
            <a:avLst>
              <a:gd name="adj" fmla="val 67553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62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  <a:effectLst>
            <a:outerShdw blurRad="1651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733CCF51-65EA-9304-25C6-E4596FEFB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364" y="-742471"/>
            <a:ext cx="6877271" cy="257770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A8FA7CF-7D4D-B066-E99D-0AD40A33834B}"/>
              </a:ext>
            </a:extLst>
          </p:cNvPr>
          <p:cNvSpPr txBox="1"/>
          <p:nvPr/>
        </p:nvSpPr>
        <p:spPr>
          <a:xfrm>
            <a:off x="1028699" y="1106089"/>
            <a:ext cx="1013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Comprendre la baisse du chiffre d’affaires</a:t>
            </a:r>
          </a:p>
        </p:txBody>
      </p:sp>
      <p:pic>
        <p:nvPicPr>
          <p:cNvPr id="11" name="Image 10" descr="Une image contenant texte, Tracé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B79C39DC-0DAF-185A-D690-2A1E6B700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1835232"/>
            <a:ext cx="5479793" cy="4262062"/>
          </a:xfrm>
          <a:prstGeom prst="rect">
            <a:avLst/>
          </a:prstGeom>
          <a:ln>
            <a:noFill/>
          </a:ln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32453684-0791-7DF2-5961-4E446355DF2E}"/>
              </a:ext>
            </a:extLst>
          </p:cNvPr>
          <p:cNvSpPr txBox="1"/>
          <p:nvPr/>
        </p:nvSpPr>
        <p:spPr>
          <a:xfrm>
            <a:off x="7300505" y="3106550"/>
            <a:ext cx="3500845" cy="1154483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accent1">
                    <a:lumMod val="49000"/>
                  </a:schemeClr>
                </a:gs>
                <a:gs pos="54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6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L’arrêt du segment High tech en janvier a eu un impact sur notre chiffre d’affaires.</a:t>
            </a:r>
          </a:p>
        </p:txBody>
      </p:sp>
    </p:spTree>
    <p:extLst>
      <p:ext uri="{BB962C8B-B14F-4D97-AF65-F5344CB8AC3E}">
        <p14:creationId xmlns:p14="http://schemas.microsoft.com/office/powerpoint/2010/main" val="1058525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8A2E8-8549-3906-74AF-63329DC9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une 5">
            <a:extLst>
              <a:ext uri="{FF2B5EF4-FFF2-40B4-BE49-F238E27FC236}">
                <a16:creationId xmlns:a16="http://schemas.microsoft.com/office/drawing/2014/main" id="{296378D7-44CB-B1B0-7273-87AB63EE7715}"/>
              </a:ext>
            </a:extLst>
          </p:cNvPr>
          <p:cNvSpPr/>
          <p:nvPr/>
        </p:nvSpPr>
        <p:spPr>
          <a:xfrm>
            <a:off x="-4210050" y="-1695450"/>
            <a:ext cx="7162800" cy="10248900"/>
          </a:xfrm>
          <a:prstGeom prst="moon">
            <a:avLst>
              <a:gd name="adj" fmla="val 67553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62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  <a:effectLst>
            <a:outerShdw blurRad="1651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3BAB54F5-1E0A-BC57-1F6F-AF76A0E92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364" y="-742471"/>
            <a:ext cx="6877271" cy="257770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3541C4B-90E6-A86D-3841-A2D88E50BFF8}"/>
              </a:ext>
            </a:extLst>
          </p:cNvPr>
          <p:cNvSpPr txBox="1"/>
          <p:nvPr/>
        </p:nvSpPr>
        <p:spPr>
          <a:xfrm>
            <a:off x="1028699" y="1106089"/>
            <a:ext cx="1013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Comprendre la baisse du chiffre d’affaires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C956C25-93E5-D629-6A62-D8D7E010708F}"/>
              </a:ext>
            </a:extLst>
          </p:cNvPr>
          <p:cNvSpPr txBox="1"/>
          <p:nvPr/>
        </p:nvSpPr>
        <p:spPr>
          <a:xfrm>
            <a:off x="7300505" y="3106550"/>
            <a:ext cx="3500845" cy="1154483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accent1">
                    <a:lumMod val="49000"/>
                  </a:schemeClr>
                </a:gs>
                <a:gs pos="54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6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 segment nourriture progresse continuellement depuis son introduction en juillet 2019.</a:t>
            </a:r>
          </a:p>
        </p:txBody>
      </p:sp>
      <p:pic>
        <p:nvPicPr>
          <p:cNvPr id="2" name="Image 1" descr="Une image contenant texte, capture d’écran, lign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CCEF354D-AD3B-AC99-35FE-77B1FD454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49" y="1731834"/>
            <a:ext cx="5479200" cy="426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360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73D47-2014-A26B-1930-E08B31F4C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une 5">
            <a:extLst>
              <a:ext uri="{FF2B5EF4-FFF2-40B4-BE49-F238E27FC236}">
                <a16:creationId xmlns:a16="http://schemas.microsoft.com/office/drawing/2014/main" id="{40E852A0-5988-FD2B-978D-ECA04595642E}"/>
              </a:ext>
            </a:extLst>
          </p:cNvPr>
          <p:cNvSpPr/>
          <p:nvPr/>
        </p:nvSpPr>
        <p:spPr>
          <a:xfrm>
            <a:off x="-4210050" y="-1695450"/>
            <a:ext cx="7162800" cy="10248900"/>
          </a:xfrm>
          <a:prstGeom prst="moon">
            <a:avLst>
              <a:gd name="adj" fmla="val 67553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62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  <a:effectLst>
            <a:outerShdw blurRad="1651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ED4D5938-309A-39C1-2EA2-38D36C201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364" y="-742471"/>
            <a:ext cx="6877271" cy="257770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6DEE9761-996E-B073-1EE5-428B1019125A}"/>
              </a:ext>
            </a:extLst>
          </p:cNvPr>
          <p:cNvSpPr txBox="1"/>
          <p:nvPr/>
        </p:nvSpPr>
        <p:spPr>
          <a:xfrm>
            <a:off x="1028699" y="1106089"/>
            <a:ext cx="1013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Comprendre la baisse du chiffre d’affaires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32C7965-0E0E-729D-5285-68B79B841097}"/>
              </a:ext>
            </a:extLst>
          </p:cNvPr>
          <p:cNvSpPr txBox="1"/>
          <p:nvPr/>
        </p:nvSpPr>
        <p:spPr>
          <a:xfrm>
            <a:off x="7300505" y="3106550"/>
            <a:ext cx="3500845" cy="1523815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accent1">
                    <a:lumMod val="49000"/>
                  </a:schemeClr>
                </a:gs>
                <a:gs pos="54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6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Forte hausse des ventes depuis la création du segment nourriture et sans interruption malgré l’arrêt du High tech.</a:t>
            </a:r>
          </a:p>
        </p:txBody>
      </p:sp>
      <p:pic>
        <p:nvPicPr>
          <p:cNvPr id="3" name="Image 2" descr="Une image contenant text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7067551A-EC64-8A90-E104-A10155346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1836000"/>
            <a:ext cx="5479200" cy="4261600"/>
          </a:xfrm>
          <a:prstGeom prst="rect">
            <a:avLst/>
          </a:prstGeom>
        </p:spPr>
      </p:pic>
      <p:sp>
        <p:nvSpPr>
          <p:cNvPr id="4" name="Organigramme : Connecteur 3">
            <a:extLst>
              <a:ext uri="{FF2B5EF4-FFF2-40B4-BE49-F238E27FC236}">
                <a16:creationId xmlns:a16="http://schemas.microsoft.com/office/drawing/2014/main" id="{7F5B3715-28E6-7A4E-E8A2-1C67A89526DE}"/>
              </a:ext>
            </a:extLst>
          </p:cNvPr>
          <p:cNvSpPr/>
          <p:nvPr/>
        </p:nvSpPr>
        <p:spPr>
          <a:xfrm>
            <a:off x="5486401" y="2002060"/>
            <a:ext cx="914400" cy="860557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3345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9221F-A02C-64E2-2D25-3EEAA37B9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une 5">
            <a:extLst>
              <a:ext uri="{FF2B5EF4-FFF2-40B4-BE49-F238E27FC236}">
                <a16:creationId xmlns:a16="http://schemas.microsoft.com/office/drawing/2014/main" id="{95DC4C61-5F1A-F836-9415-F598567F0D5A}"/>
              </a:ext>
            </a:extLst>
          </p:cNvPr>
          <p:cNvSpPr/>
          <p:nvPr/>
        </p:nvSpPr>
        <p:spPr>
          <a:xfrm>
            <a:off x="-4210050" y="-1695450"/>
            <a:ext cx="7162800" cy="10248900"/>
          </a:xfrm>
          <a:prstGeom prst="moon">
            <a:avLst>
              <a:gd name="adj" fmla="val 67553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62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  <a:effectLst>
            <a:outerShdw blurRad="1651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9E3DB62C-17A8-22F3-0875-15FCE48A8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364" y="-742471"/>
            <a:ext cx="6877271" cy="257770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1FE8A05-ED61-4402-1235-6F0D851C0176}"/>
              </a:ext>
            </a:extLst>
          </p:cNvPr>
          <p:cNvSpPr txBox="1"/>
          <p:nvPr/>
        </p:nvSpPr>
        <p:spPr>
          <a:xfrm>
            <a:off x="1028699" y="1106089"/>
            <a:ext cx="1013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Comprendre la baisse du chiffre d’affaires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EAA21B6-9AFE-D76B-B351-E4ECFB8C982E}"/>
              </a:ext>
            </a:extLst>
          </p:cNvPr>
          <p:cNvSpPr txBox="1"/>
          <p:nvPr/>
        </p:nvSpPr>
        <p:spPr>
          <a:xfrm>
            <a:off x="7300505" y="3106550"/>
            <a:ext cx="3500845" cy="1523815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accent1">
                    <a:lumMod val="49000"/>
                  </a:schemeClr>
                </a:gs>
                <a:gs pos="54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6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 taux de conversion en baisse est lié au changement de stratégie, plus de vente mais un panier moyen plus bas.</a:t>
            </a:r>
          </a:p>
        </p:txBody>
      </p:sp>
      <p:pic>
        <p:nvPicPr>
          <p:cNvPr id="2" name="Image 1" descr="Une image contenant ligne, Tracé, diagram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3B2F8B5-4A35-1D0E-5E72-A19B94C2C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49" y="1836000"/>
            <a:ext cx="5480228" cy="42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940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75DCC-B420-51F7-1392-27B067D9A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une 5">
            <a:extLst>
              <a:ext uri="{FF2B5EF4-FFF2-40B4-BE49-F238E27FC236}">
                <a16:creationId xmlns:a16="http://schemas.microsoft.com/office/drawing/2014/main" id="{21C6BF62-46F7-6F5C-33FD-91BFEFC6DA5C}"/>
              </a:ext>
            </a:extLst>
          </p:cNvPr>
          <p:cNvSpPr/>
          <p:nvPr/>
        </p:nvSpPr>
        <p:spPr>
          <a:xfrm>
            <a:off x="-4210050" y="-1695450"/>
            <a:ext cx="7162800" cy="10248900"/>
          </a:xfrm>
          <a:prstGeom prst="moon">
            <a:avLst>
              <a:gd name="adj" fmla="val 67553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62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  <a:effectLst>
            <a:outerShdw blurRad="1651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0F166F54-EAD6-2CF6-77BC-1AB3164B2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364" y="-742471"/>
            <a:ext cx="6877271" cy="257770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5D0B2868-A442-A8E2-5DCB-9B07C3445E6F}"/>
              </a:ext>
            </a:extLst>
          </p:cNvPr>
          <p:cNvSpPr txBox="1"/>
          <p:nvPr/>
        </p:nvSpPr>
        <p:spPr>
          <a:xfrm>
            <a:off x="1028699" y="1106089"/>
            <a:ext cx="1013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Comprendre la baisse du chiffre d’affaires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76DEA54-1BD9-7D99-C295-F99086A0D135}"/>
              </a:ext>
            </a:extLst>
          </p:cNvPr>
          <p:cNvSpPr txBox="1"/>
          <p:nvPr/>
        </p:nvSpPr>
        <p:spPr>
          <a:xfrm>
            <a:off x="7300505" y="3106550"/>
            <a:ext cx="3500845" cy="785151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accent1">
                    <a:lumMod val="49000"/>
                  </a:schemeClr>
                </a:gs>
                <a:gs pos="54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6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produits alimentaires attirent davantage de client.</a:t>
            </a:r>
          </a:p>
        </p:txBody>
      </p:sp>
      <p:pic>
        <p:nvPicPr>
          <p:cNvPr id="3" name="Image 2" descr="Une image contenant texte, capture d’écran, Tracé, ligne&#10;&#10;Le contenu généré par l’IA peut être incorrect.">
            <a:extLst>
              <a:ext uri="{FF2B5EF4-FFF2-40B4-BE49-F238E27FC236}">
                <a16:creationId xmlns:a16="http://schemas.microsoft.com/office/drawing/2014/main" id="{ADB97995-5C4D-B050-94EB-57A136A7BE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1836000"/>
            <a:ext cx="5480226" cy="42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6049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108</Words>
  <Application>Microsoft Office PowerPoint</Application>
  <PresentationFormat>Grand écran</PresentationFormat>
  <Paragraphs>10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Segoe UI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Claudie Humbert</dc:creator>
  <cp:lastModifiedBy>Claudie Humbert</cp:lastModifiedBy>
  <cp:revision>18</cp:revision>
  <dcterms:created xsi:type="dcterms:W3CDTF">2025-08-18T12:58:58Z</dcterms:created>
  <dcterms:modified xsi:type="dcterms:W3CDTF">2025-08-22T22:28:32Z</dcterms:modified>
</cp:coreProperties>
</file>